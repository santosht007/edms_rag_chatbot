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5"/>
    <p:sldMasterId id="2147483666" r:id="rId6"/>
    <p:sldMasterId id="2147483659" r:id="rId7"/>
  </p:sldMasterIdLst>
  <p:notesMasterIdLst>
    <p:notesMasterId r:id="rId38"/>
  </p:notesMasterIdLst>
  <p:handoutMasterIdLst>
    <p:handoutMasterId r:id="rId39"/>
  </p:handoutMasterIdLst>
  <p:sldIdLst>
    <p:sldId id="457" r:id="rId8"/>
    <p:sldId id="460" r:id="rId9"/>
    <p:sldId id="468" r:id="rId10"/>
    <p:sldId id="447" r:id="rId11"/>
    <p:sldId id="448" r:id="rId12"/>
    <p:sldId id="449" r:id="rId13"/>
    <p:sldId id="450" r:id="rId14"/>
    <p:sldId id="451" r:id="rId15"/>
    <p:sldId id="452" r:id="rId16"/>
    <p:sldId id="453" r:id="rId17"/>
    <p:sldId id="454" r:id="rId18"/>
    <p:sldId id="469" r:id="rId19"/>
    <p:sldId id="455" r:id="rId20"/>
    <p:sldId id="456" r:id="rId21"/>
    <p:sldId id="470" r:id="rId22"/>
    <p:sldId id="474" r:id="rId23"/>
    <p:sldId id="475" r:id="rId24"/>
    <p:sldId id="476" r:id="rId25"/>
    <p:sldId id="477" r:id="rId26"/>
    <p:sldId id="478" r:id="rId27"/>
    <p:sldId id="471" r:id="rId28"/>
    <p:sldId id="459" r:id="rId29"/>
    <p:sldId id="472" r:id="rId30"/>
    <p:sldId id="461" r:id="rId31"/>
    <p:sldId id="462" r:id="rId32"/>
    <p:sldId id="463" r:id="rId33"/>
    <p:sldId id="479" r:id="rId34"/>
    <p:sldId id="473" r:id="rId35"/>
    <p:sldId id="464" r:id="rId36"/>
    <p:sldId id="458" r:id="rId37"/>
  </p:sldIdLst>
  <p:sldSz cx="12192000" cy="6858000"/>
  <p:notesSz cx="10007600" cy="14363700"/>
  <p:defaultTextStyle>
    <a:defPPr>
      <a:defRPr lang="ja-JP"/>
    </a:defPPr>
    <a:lvl1pPr algn="l" rtl="0" fontAlgn="base">
      <a:spcBef>
        <a:spcPct val="0"/>
      </a:spcBef>
      <a:spcAft>
        <a:spcPct val="0"/>
      </a:spcAft>
      <a:defRPr kumimoji="1" sz="2000"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sz="2000"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sz="2000"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sz="2000"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sz="2000" kern="1200">
        <a:solidFill>
          <a:schemeClr val="tx1"/>
        </a:solidFill>
        <a:latin typeface="Arial" charset="0"/>
        <a:ea typeface="ＭＳ Ｐゴシック" charset="-128"/>
        <a:cs typeface="+mn-cs"/>
      </a:defRPr>
    </a:lvl5pPr>
    <a:lvl6pPr marL="2286000" algn="l" defTabSz="914400" rtl="0" eaLnBrk="1" latinLnBrk="0" hangingPunct="1">
      <a:defRPr kumimoji="1" sz="2000" kern="1200">
        <a:solidFill>
          <a:schemeClr val="tx1"/>
        </a:solidFill>
        <a:latin typeface="Arial" charset="0"/>
        <a:ea typeface="ＭＳ Ｐゴシック" charset="-128"/>
        <a:cs typeface="+mn-cs"/>
      </a:defRPr>
    </a:lvl6pPr>
    <a:lvl7pPr marL="2743200" algn="l" defTabSz="914400" rtl="0" eaLnBrk="1" latinLnBrk="0" hangingPunct="1">
      <a:defRPr kumimoji="1" sz="2000" kern="1200">
        <a:solidFill>
          <a:schemeClr val="tx1"/>
        </a:solidFill>
        <a:latin typeface="Arial" charset="0"/>
        <a:ea typeface="ＭＳ Ｐゴシック" charset="-128"/>
        <a:cs typeface="+mn-cs"/>
      </a:defRPr>
    </a:lvl7pPr>
    <a:lvl8pPr marL="3200400" algn="l" defTabSz="914400" rtl="0" eaLnBrk="1" latinLnBrk="0" hangingPunct="1">
      <a:defRPr kumimoji="1" sz="2000" kern="1200">
        <a:solidFill>
          <a:schemeClr val="tx1"/>
        </a:solidFill>
        <a:latin typeface="Arial" charset="0"/>
        <a:ea typeface="ＭＳ Ｐゴシック" charset="-128"/>
        <a:cs typeface="+mn-cs"/>
      </a:defRPr>
    </a:lvl8pPr>
    <a:lvl9pPr marL="3657600" algn="l" defTabSz="914400" rtl="0" eaLnBrk="1" latinLnBrk="0" hangingPunct="1">
      <a:defRPr kumimoji="1" sz="2000"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6" pos="166" userDrawn="1">
          <p15:clr>
            <a:srgbClr val="A4A3A4"/>
          </p15:clr>
        </p15:guide>
        <p15:guide id="7" orient="horz" pos="119" userDrawn="1">
          <p15:clr>
            <a:srgbClr val="A4A3A4"/>
          </p15:clr>
        </p15:guide>
        <p15:guide id="9" orient="horz" pos="2160" userDrawn="1">
          <p15:clr>
            <a:srgbClr val="A4A3A4"/>
          </p15:clr>
        </p15:guide>
        <p15:guide id="10" pos="3840" userDrawn="1">
          <p15:clr>
            <a:srgbClr val="A4A3A4"/>
          </p15:clr>
        </p15:guide>
        <p15:guide id="16" orient="horz" pos="4178" userDrawn="1">
          <p15:clr>
            <a:srgbClr val="A4A3A4"/>
          </p15:clr>
        </p15:guide>
        <p15:guide id="17" pos="7514" userDrawn="1">
          <p15:clr>
            <a:srgbClr val="A4A3A4"/>
          </p15:clr>
        </p15:guide>
        <p15:guide id="19" orient="horz" pos="61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95BB"/>
    <a:srgbClr val="808080"/>
    <a:srgbClr val="003F66"/>
    <a:srgbClr val="E60012"/>
    <a:srgbClr val="DDDDDD"/>
    <a:srgbClr val="002A66"/>
    <a:srgbClr val="CF1818"/>
    <a:srgbClr val="EAECEE"/>
    <a:srgbClr val="CC0000"/>
    <a:srgbClr val="ADADAD"/>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269D01E-BC32-4049-B463-5C60D7B0CCD2}" styleName="テーマ スタイル 2 - アクセント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68" autoAdjust="0"/>
    <p:restoredTop sz="93792" autoAdjust="0"/>
  </p:normalViewPr>
  <p:slideViewPr>
    <p:cSldViewPr snapToGrid="0" showGuides="1">
      <p:cViewPr varScale="1">
        <p:scale>
          <a:sx n="82" d="100"/>
          <a:sy n="82" d="100"/>
        </p:scale>
        <p:origin x="749" y="72"/>
      </p:cViewPr>
      <p:guideLst>
        <p:guide pos="166"/>
        <p:guide orient="horz" pos="119"/>
        <p:guide orient="horz" pos="2160"/>
        <p:guide pos="3840"/>
        <p:guide orient="horz" pos="4178"/>
        <p:guide pos="7514"/>
        <p:guide orient="horz" pos="618"/>
      </p:guideLst>
    </p:cSldViewPr>
  </p:slideViewPr>
  <p:outlineViewPr>
    <p:cViewPr>
      <p:scale>
        <a:sx n="33" d="100"/>
        <a:sy n="33" d="100"/>
      </p:scale>
      <p:origin x="0" y="0"/>
    </p:cViewPr>
  </p:outlineViewPr>
  <p:notesTextViewPr>
    <p:cViewPr>
      <p:scale>
        <a:sx n="400" d="100"/>
        <a:sy n="400" d="100"/>
      </p:scale>
      <p:origin x="0" y="0"/>
    </p:cViewPr>
  </p:notesTextViewPr>
  <p:sorterViewPr>
    <p:cViewPr>
      <p:scale>
        <a:sx n="66" d="100"/>
        <a:sy n="66" d="100"/>
      </p:scale>
      <p:origin x="0" y="0"/>
    </p:cViewPr>
  </p:sorterViewPr>
  <p:notesViewPr>
    <p:cSldViewPr snapToGrid="0">
      <p:cViewPr varScale="1">
        <p:scale>
          <a:sx n="57" d="100"/>
          <a:sy n="57" d="100"/>
        </p:scale>
        <p:origin x="2022"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handoutMaster" Target="handoutMasters/handout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336627" cy="720679"/>
          </a:xfrm>
          <a:prstGeom prst="rect">
            <a:avLst/>
          </a:prstGeom>
        </p:spPr>
        <p:txBody>
          <a:bodyPr vert="horz" lIns="139263" tIns="69632" rIns="139263" bIns="69632" rtlCol="0"/>
          <a:lstStyle>
            <a:lvl1pPr algn="l">
              <a:defRPr sz="1800"/>
            </a:lvl1pPr>
          </a:lstStyle>
          <a:p>
            <a:endParaRPr kumimoji="1" lang="ja-JP" altLang="en-US"/>
          </a:p>
        </p:txBody>
      </p:sp>
      <p:sp>
        <p:nvSpPr>
          <p:cNvPr id="3" name="日付プレースホルダー 2"/>
          <p:cNvSpPr>
            <a:spLocks noGrp="1"/>
          </p:cNvSpPr>
          <p:nvPr>
            <p:ph type="dt" sz="quarter" idx="1"/>
          </p:nvPr>
        </p:nvSpPr>
        <p:spPr>
          <a:xfrm>
            <a:off x="5668657" y="0"/>
            <a:ext cx="4336627" cy="720679"/>
          </a:xfrm>
          <a:prstGeom prst="rect">
            <a:avLst/>
          </a:prstGeom>
        </p:spPr>
        <p:txBody>
          <a:bodyPr vert="horz" lIns="139263" tIns="69632" rIns="139263" bIns="69632" rtlCol="0"/>
          <a:lstStyle>
            <a:lvl1pPr algn="r">
              <a:defRPr sz="1800"/>
            </a:lvl1pPr>
          </a:lstStyle>
          <a:p>
            <a:fld id="{2EAA5521-74A0-4497-BD3C-B34596D79315}" type="datetimeFigureOut">
              <a:rPr kumimoji="1" lang="ja-JP" altLang="en-US" smtClean="0"/>
              <a:t>2025/9/23</a:t>
            </a:fld>
            <a:endParaRPr kumimoji="1" lang="ja-JP" altLang="en-US"/>
          </a:p>
        </p:txBody>
      </p:sp>
      <p:sp>
        <p:nvSpPr>
          <p:cNvPr id="4" name="フッター プレースホルダー 3"/>
          <p:cNvSpPr>
            <a:spLocks noGrp="1"/>
          </p:cNvSpPr>
          <p:nvPr>
            <p:ph type="ftr" sz="quarter" idx="2"/>
          </p:nvPr>
        </p:nvSpPr>
        <p:spPr>
          <a:xfrm>
            <a:off x="0" y="13643023"/>
            <a:ext cx="4336627" cy="720678"/>
          </a:xfrm>
          <a:prstGeom prst="rect">
            <a:avLst/>
          </a:prstGeom>
        </p:spPr>
        <p:txBody>
          <a:bodyPr vert="horz" lIns="139263" tIns="69632" rIns="139263" bIns="69632" rtlCol="0" anchor="b"/>
          <a:lstStyle>
            <a:lvl1pPr algn="l">
              <a:defRPr sz="1800"/>
            </a:lvl1pPr>
          </a:lstStyle>
          <a:p>
            <a:endParaRPr kumimoji="1" lang="ja-JP" altLang="en-US"/>
          </a:p>
        </p:txBody>
      </p:sp>
      <p:sp>
        <p:nvSpPr>
          <p:cNvPr id="5" name="スライド番号プレースホルダー 4"/>
          <p:cNvSpPr>
            <a:spLocks noGrp="1"/>
          </p:cNvSpPr>
          <p:nvPr>
            <p:ph type="sldNum" sz="quarter" idx="3"/>
          </p:nvPr>
        </p:nvSpPr>
        <p:spPr>
          <a:xfrm>
            <a:off x="5668657" y="13643023"/>
            <a:ext cx="4336627" cy="720678"/>
          </a:xfrm>
          <a:prstGeom prst="rect">
            <a:avLst/>
          </a:prstGeom>
        </p:spPr>
        <p:txBody>
          <a:bodyPr vert="horz" lIns="139263" tIns="69632" rIns="139263" bIns="69632" rtlCol="0" anchor="b"/>
          <a:lstStyle>
            <a:lvl1pPr algn="r">
              <a:defRPr sz="1800"/>
            </a:lvl1pPr>
          </a:lstStyle>
          <a:p>
            <a:fld id="{DA3E434F-EFAF-4CC8-962E-737203C16E92}" type="slidenum">
              <a:rPr kumimoji="1" lang="ja-JP" altLang="en-US" smtClean="0"/>
              <a:t>‹#›</a:t>
            </a:fld>
            <a:endParaRPr kumimoji="1" lang="ja-JP" altLang="en-US"/>
          </a:p>
        </p:txBody>
      </p:sp>
    </p:spTree>
    <p:extLst>
      <p:ext uri="{BB962C8B-B14F-4D97-AF65-F5344CB8AC3E}">
        <p14:creationId xmlns:p14="http://schemas.microsoft.com/office/powerpoint/2010/main" val="420735990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4336627" cy="718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9263" tIns="69632" rIns="139263" bIns="69632" numCol="1" anchor="t" anchorCtr="0" compatLnSpc="1">
            <a:prstTxWarp prst="textNoShape">
              <a:avLst/>
            </a:prstTxWarp>
          </a:bodyPr>
          <a:lstStyle>
            <a:lvl1pPr>
              <a:defRPr sz="1800"/>
            </a:lvl1pPr>
          </a:lstStyle>
          <a:p>
            <a:pPr>
              <a:defRPr/>
            </a:pPr>
            <a:endParaRPr lang="en-US" altLang="ja-JP"/>
          </a:p>
        </p:txBody>
      </p:sp>
      <p:sp>
        <p:nvSpPr>
          <p:cNvPr id="39939" name="Rectangle 3"/>
          <p:cNvSpPr>
            <a:spLocks noGrp="1" noChangeArrowheads="1"/>
          </p:cNvSpPr>
          <p:nvPr>
            <p:ph type="dt" idx="1"/>
          </p:nvPr>
        </p:nvSpPr>
        <p:spPr bwMode="auto">
          <a:xfrm>
            <a:off x="5668657" y="0"/>
            <a:ext cx="4336627" cy="718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9263" tIns="69632" rIns="139263" bIns="69632" numCol="1" anchor="t" anchorCtr="0" compatLnSpc="1">
            <a:prstTxWarp prst="textNoShape">
              <a:avLst/>
            </a:prstTxWarp>
          </a:bodyPr>
          <a:lstStyle>
            <a:lvl1pPr algn="r">
              <a:defRPr sz="1800"/>
            </a:lvl1pPr>
          </a:lstStyle>
          <a:p>
            <a:pPr>
              <a:defRPr/>
            </a:pPr>
            <a:endParaRPr lang="en-US" altLang="ja-JP"/>
          </a:p>
        </p:txBody>
      </p:sp>
      <p:sp>
        <p:nvSpPr>
          <p:cNvPr id="7172" name="Rectangle 4"/>
          <p:cNvSpPr>
            <a:spLocks noGrp="1" noRot="1" noChangeAspect="1" noChangeArrowheads="1" noTextEdit="1"/>
          </p:cNvSpPr>
          <p:nvPr>
            <p:ph type="sldImg" idx="2"/>
          </p:nvPr>
        </p:nvSpPr>
        <p:spPr bwMode="auto">
          <a:xfrm>
            <a:off x="215900" y="1077913"/>
            <a:ext cx="9575800" cy="53863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9941" name="Rectangle 5"/>
          <p:cNvSpPr>
            <a:spLocks noGrp="1" noChangeArrowheads="1"/>
          </p:cNvSpPr>
          <p:nvPr>
            <p:ph type="body" sz="quarter" idx="3"/>
          </p:nvPr>
        </p:nvSpPr>
        <p:spPr bwMode="auto">
          <a:xfrm>
            <a:off x="1000760" y="6822758"/>
            <a:ext cx="8006080" cy="64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9263" tIns="69632" rIns="139263" bIns="69632"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39942" name="Rectangle 6"/>
          <p:cNvSpPr>
            <a:spLocks noGrp="1" noChangeArrowheads="1"/>
          </p:cNvSpPr>
          <p:nvPr>
            <p:ph type="ftr" sz="quarter" idx="4"/>
          </p:nvPr>
        </p:nvSpPr>
        <p:spPr bwMode="auto">
          <a:xfrm>
            <a:off x="0" y="13643022"/>
            <a:ext cx="4336627" cy="718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9263" tIns="69632" rIns="139263" bIns="69632" numCol="1" anchor="b" anchorCtr="0" compatLnSpc="1">
            <a:prstTxWarp prst="textNoShape">
              <a:avLst/>
            </a:prstTxWarp>
          </a:bodyPr>
          <a:lstStyle>
            <a:lvl1pPr>
              <a:defRPr sz="1800"/>
            </a:lvl1pPr>
          </a:lstStyle>
          <a:p>
            <a:pPr>
              <a:defRPr/>
            </a:pPr>
            <a:endParaRPr lang="en-US" altLang="ja-JP"/>
          </a:p>
        </p:txBody>
      </p:sp>
      <p:sp>
        <p:nvSpPr>
          <p:cNvPr id="39943" name="Rectangle 7"/>
          <p:cNvSpPr>
            <a:spLocks noGrp="1" noChangeArrowheads="1"/>
          </p:cNvSpPr>
          <p:nvPr>
            <p:ph type="sldNum" sz="quarter" idx="5"/>
          </p:nvPr>
        </p:nvSpPr>
        <p:spPr bwMode="auto">
          <a:xfrm>
            <a:off x="5668657" y="13643022"/>
            <a:ext cx="4336627" cy="718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9263" tIns="69632" rIns="139263" bIns="69632" numCol="1" anchor="b" anchorCtr="0" compatLnSpc="1">
            <a:prstTxWarp prst="textNoShape">
              <a:avLst/>
            </a:prstTxWarp>
          </a:bodyPr>
          <a:lstStyle>
            <a:lvl1pPr algn="r">
              <a:defRPr sz="1800"/>
            </a:lvl1pPr>
          </a:lstStyle>
          <a:p>
            <a:pPr>
              <a:defRPr/>
            </a:pPr>
            <a:fld id="{87A636EC-557D-4F00-BFDF-6F57ED432879}" type="slidenum">
              <a:rPr lang="en-US" altLang="ja-JP"/>
              <a:pPr>
                <a:defRPr/>
              </a:pPr>
              <a:t>‹#›</a:t>
            </a:fld>
            <a:endParaRPr lang="en-US" altLang="ja-JP"/>
          </a:p>
        </p:txBody>
      </p:sp>
    </p:spTree>
    <p:extLst>
      <p:ext uri="{BB962C8B-B14F-4D97-AF65-F5344CB8AC3E}">
        <p14:creationId xmlns:p14="http://schemas.microsoft.com/office/powerpoint/2010/main" val="208186376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F34880-5047-4670-B5F1-AFFB450EDD84}" type="slidenum">
              <a:rPr kumimoji="1" lang="ja-JP" altLang="en-US" smtClean="0"/>
              <a:t>22</a:t>
            </a:fld>
            <a:endParaRPr kumimoji="1" lang="ja-JP" altLang="en-US" dirty="0"/>
          </a:p>
        </p:txBody>
      </p:sp>
    </p:spTree>
    <p:extLst>
      <p:ext uri="{BB962C8B-B14F-4D97-AF65-F5344CB8AC3E}">
        <p14:creationId xmlns:p14="http://schemas.microsoft.com/office/powerpoint/2010/main" val="3382232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sp>
        <p:nvSpPr>
          <p:cNvPr id="6" name="テキスト プレースホルダー 2"/>
          <p:cNvSpPr>
            <a:spLocks noGrp="1"/>
          </p:cNvSpPr>
          <p:nvPr>
            <p:ph type="body" sz="quarter" idx="12" hasCustomPrompt="1"/>
          </p:nvPr>
        </p:nvSpPr>
        <p:spPr>
          <a:xfrm>
            <a:off x="515939" y="3788390"/>
            <a:ext cx="11160124" cy="970241"/>
          </a:xfrm>
          <a:prstGeom prst="rect">
            <a:avLst/>
          </a:prstGeom>
        </p:spPr>
        <p:txBody>
          <a:bodyPr/>
          <a:lstStyle>
            <a:lvl1pPr marL="0" indent="0" algn="ctr">
              <a:buNone/>
              <a:defRPr sz="3200" baseline="0">
                <a:solidFill>
                  <a:schemeClr val="tx1"/>
                </a:solidFill>
                <a:latin typeface="Nissan Pro Regular" panose="02000503030000020003" pitchFamily="50" charset="0"/>
              </a:defRPr>
            </a:lvl1pPr>
          </a:lstStyle>
          <a:p>
            <a:pPr lvl="0"/>
            <a:r>
              <a:rPr kumimoji="1" lang="en-US" altLang="ja-JP" dirty="0"/>
              <a:t>Presentation Title</a:t>
            </a:r>
          </a:p>
        </p:txBody>
      </p:sp>
      <p:sp>
        <p:nvSpPr>
          <p:cNvPr id="7" name="テキスト プレースホルダー 2"/>
          <p:cNvSpPr>
            <a:spLocks noGrp="1"/>
          </p:cNvSpPr>
          <p:nvPr>
            <p:ph type="body" sz="quarter" idx="13" hasCustomPrompt="1"/>
          </p:nvPr>
        </p:nvSpPr>
        <p:spPr>
          <a:xfrm>
            <a:off x="515939" y="4836920"/>
            <a:ext cx="11160124" cy="1270498"/>
          </a:xfrm>
          <a:prstGeom prst="rect">
            <a:avLst/>
          </a:prstGeom>
        </p:spPr>
        <p:txBody>
          <a:bodyPr/>
          <a:lstStyle>
            <a:lvl1pPr marL="0" indent="0" algn="ctr">
              <a:lnSpc>
                <a:spcPct val="100000"/>
              </a:lnSpc>
              <a:spcBef>
                <a:spcPts val="0"/>
              </a:spcBef>
              <a:buNone/>
              <a:defRPr sz="2300" baseline="0">
                <a:solidFill>
                  <a:schemeClr val="tx1"/>
                </a:solidFill>
                <a:latin typeface="Nissan Pro Regular" panose="02000503030000020003" pitchFamily="50" charset="0"/>
              </a:defRPr>
            </a:lvl1pPr>
          </a:lstStyle>
          <a:p>
            <a:pPr lvl="0"/>
            <a:r>
              <a:rPr kumimoji="1" lang="en-US" altLang="ja-JP" dirty="0"/>
              <a:t>Presenter Name, Title</a:t>
            </a:r>
          </a:p>
          <a:p>
            <a:pPr lvl="0"/>
            <a:r>
              <a:rPr kumimoji="1" lang="en-US" altLang="ja-JP" dirty="0"/>
              <a:t>Department/Division</a:t>
            </a:r>
          </a:p>
          <a:p>
            <a:pPr lvl="0"/>
            <a:r>
              <a:rPr kumimoji="1" lang="en-US" altLang="ja-JP" dirty="0"/>
              <a:t>Date</a:t>
            </a:r>
          </a:p>
        </p:txBody>
      </p:sp>
    </p:spTree>
    <p:extLst>
      <p:ext uri="{BB962C8B-B14F-4D97-AF65-F5344CB8AC3E}">
        <p14:creationId xmlns:p14="http://schemas.microsoft.com/office/powerpoint/2010/main" val="3393861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Blank Template with Pattern">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0555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xpectation">
    <p:spTree>
      <p:nvGrpSpPr>
        <p:cNvPr id="1" name=""/>
        <p:cNvGrpSpPr/>
        <p:nvPr/>
      </p:nvGrpSpPr>
      <p:grpSpPr>
        <a:xfrm>
          <a:off x="0" y="0"/>
          <a:ext cx="0" cy="0"/>
          <a:chOff x="0" y="0"/>
          <a:chExt cx="0" cy="0"/>
        </a:xfrm>
      </p:grpSpPr>
      <p:sp>
        <p:nvSpPr>
          <p:cNvPr id="7" name="Line 29"/>
          <p:cNvSpPr>
            <a:spLocks noChangeShapeType="1"/>
          </p:cNvSpPr>
          <p:nvPr userDrawn="1"/>
        </p:nvSpPr>
        <p:spPr bwMode="auto">
          <a:xfrm>
            <a:off x="407989" y="1614578"/>
            <a:ext cx="11376024" cy="0"/>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8" name="タイトル 1"/>
          <p:cNvSpPr txBox="1">
            <a:spLocks/>
          </p:cNvSpPr>
          <p:nvPr userDrawn="1"/>
        </p:nvSpPr>
        <p:spPr>
          <a:xfrm>
            <a:off x="263525" y="188914"/>
            <a:ext cx="4142481" cy="584775"/>
          </a:xfrm>
          <a:prstGeom prst="rect">
            <a:avLst/>
          </a:prstGeom>
        </p:spPr>
        <p:txBody>
          <a:bodyPr wrap="none">
            <a:spAutoFit/>
          </a:bodyPr>
          <a:lstStyle>
            <a:lvl1pPr algn="l" rtl="0" eaLnBrk="0" fontAlgn="base" hangingPunct="0">
              <a:spcBef>
                <a:spcPct val="0"/>
              </a:spcBef>
              <a:spcAft>
                <a:spcPct val="0"/>
              </a:spcAft>
              <a:defRPr kumimoji="1" sz="3200" b="1">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charset="-128"/>
              </a:defRPr>
            </a:lvl2pPr>
            <a:lvl3pPr algn="ctr" rtl="0" eaLnBrk="0" fontAlgn="base" hangingPunct="0">
              <a:spcBef>
                <a:spcPct val="0"/>
              </a:spcBef>
              <a:spcAft>
                <a:spcPct val="0"/>
              </a:spcAft>
              <a:defRPr kumimoji="1" sz="4400">
                <a:solidFill>
                  <a:schemeClr val="tx2"/>
                </a:solidFill>
                <a:latin typeface="Arial" charset="0"/>
                <a:ea typeface="ＭＳ Ｐゴシック" charset="-128"/>
              </a:defRPr>
            </a:lvl3pPr>
            <a:lvl4pPr algn="ctr" rtl="0" eaLnBrk="0" fontAlgn="base" hangingPunct="0">
              <a:spcBef>
                <a:spcPct val="0"/>
              </a:spcBef>
              <a:spcAft>
                <a:spcPct val="0"/>
              </a:spcAft>
              <a:defRPr kumimoji="1" sz="4400">
                <a:solidFill>
                  <a:schemeClr val="tx2"/>
                </a:solidFill>
                <a:latin typeface="Arial" charset="0"/>
                <a:ea typeface="ＭＳ Ｐゴシック" charset="-128"/>
              </a:defRPr>
            </a:lvl4pPr>
            <a:lvl5pPr algn="ctr" rtl="0" eaLnBrk="0" fontAlgn="base" hangingPunct="0">
              <a:spcBef>
                <a:spcPct val="0"/>
              </a:spcBef>
              <a:spcAft>
                <a:spcPct val="0"/>
              </a:spcAft>
              <a:defRPr kumimoji="1" sz="4400">
                <a:solidFill>
                  <a:schemeClr val="tx2"/>
                </a:solidFill>
                <a:latin typeface="Arial" charset="0"/>
                <a:ea typeface="ＭＳ Ｐゴシック" charset="-128"/>
              </a:defRPr>
            </a:lvl5pPr>
            <a:lvl6pPr marL="457216" algn="ctr" rtl="0" fontAlgn="base">
              <a:spcBef>
                <a:spcPct val="0"/>
              </a:spcBef>
              <a:spcAft>
                <a:spcPct val="0"/>
              </a:spcAft>
              <a:defRPr kumimoji="1" sz="4400">
                <a:solidFill>
                  <a:schemeClr val="tx2"/>
                </a:solidFill>
                <a:latin typeface="Arial" charset="0"/>
                <a:ea typeface="ＭＳ Ｐゴシック" charset="-128"/>
              </a:defRPr>
            </a:lvl6pPr>
            <a:lvl7pPr marL="914430" algn="ctr" rtl="0" fontAlgn="base">
              <a:spcBef>
                <a:spcPct val="0"/>
              </a:spcBef>
              <a:spcAft>
                <a:spcPct val="0"/>
              </a:spcAft>
              <a:defRPr kumimoji="1" sz="4400">
                <a:solidFill>
                  <a:schemeClr val="tx2"/>
                </a:solidFill>
                <a:latin typeface="Arial" charset="0"/>
                <a:ea typeface="ＭＳ Ｐゴシック" charset="-128"/>
              </a:defRPr>
            </a:lvl7pPr>
            <a:lvl8pPr marL="1371645" algn="ctr" rtl="0" fontAlgn="base">
              <a:spcBef>
                <a:spcPct val="0"/>
              </a:spcBef>
              <a:spcAft>
                <a:spcPct val="0"/>
              </a:spcAft>
              <a:defRPr kumimoji="1" sz="4400">
                <a:solidFill>
                  <a:schemeClr val="tx2"/>
                </a:solidFill>
                <a:latin typeface="Arial" charset="0"/>
                <a:ea typeface="ＭＳ Ｐゴシック" charset="-128"/>
              </a:defRPr>
            </a:lvl8pPr>
            <a:lvl9pPr marL="1828861" algn="ctr" rtl="0" fontAlgn="base">
              <a:spcBef>
                <a:spcPct val="0"/>
              </a:spcBef>
              <a:spcAft>
                <a:spcPct val="0"/>
              </a:spcAft>
              <a:defRPr kumimoji="1" sz="4400">
                <a:solidFill>
                  <a:schemeClr val="tx2"/>
                </a:solidFill>
                <a:latin typeface="Arial" charset="0"/>
                <a:ea typeface="ＭＳ Ｐゴシック" charset="-128"/>
              </a:defRPr>
            </a:lvl9pPr>
          </a:lstStyle>
          <a:p>
            <a:r>
              <a:rPr lang="en-US" b="0" kern="0" dirty="0">
                <a:solidFill>
                  <a:schemeClr val="tx1"/>
                </a:solidFill>
                <a:latin typeface="Nissan Pro Bold" panose="02000803050000020004" pitchFamily="50" charset="0"/>
              </a:rPr>
              <a:t>Today’s Expectation</a:t>
            </a:r>
          </a:p>
        </p:txBody>
      </p:sp>
      <p:pic>
        <p:nvPicPr>
          <p:cNvPr id="9" name="図 8"/>
          <p:cNvPicPr>
            <a:picLocks noChangeAspect="1"/>
          </p:cNvPicPr>
          <p:nvPr userDrawn="1"/>
        </p:nvPicPr>
        <p:blipFill>
          <a:blip r:embed="rId2"/>
          <a:stretch>
            <a:fillRect/>
          </a:stretch>
        </p:blipFill>
        <p:spPr>
          <a:xfrm>
            <a:off x="5633011" y="6563989"/>
            <a:ext cx="925983" cy="209354"/>
          </a:xfrm>
          <a:prstGeom prst="rect">
            <a:avLst/>
          </a:prstGeom>
        </p:spPr>
      </p:pic>
      <p:sp>
        <p:nvSpPr>
          <p:cNvPr id="10" name="Text Box 25"/>
          <p:cNvSpPr txBox="1">
            <a:spLocks noChangeArrowheads="1"/>
          </p:cNvSpPr>
          <p:nvPr userDrawn="1"/>
        </p:nvSpPr>
        <p:spPr bwMode="gray">
          <a:xfrm>
            <a:off x="339642" y="6538771"/>
            <a:ext cx="647026" cy="276999"/>
          </a:xfrm>
          <a:prstGeom prst="rect">
            <a:avLst/>
          </a:prstGeom>
          <a:noFill/>
          <a:ln>
            <a:noFill/>
          </a:ln>
          <a:effectLst/>
          <a:extLst>
            <a:ext uri="{909E8E84-426E-40DD-AFC4-6F175D3DCCD1}">
              <a14:hiddenFill xmlns:a14="http://schemas.microsoft.com/office/drawing/2010/main">
                <a:solidFill>
                  <a:srgbClr val="33CC33">
                    <a:alpha val="5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algn="ctr" rotWithShape="0">
                    <a:schemeClr val="tx2"/>
                  </a:outerShdw>
                </a:effectLst>
              </a14:hiddenEffects>
            </a:ext>
          </a:extLst>
        </p:spPr>
        <p:txBody>
          <a:bodyPr wrap="square">
            <a:spAutoFit/>
          </a:bodyPr>
          <a:lstStyle>
            <a:lvl1pPr eaLnBrk="0" hangingPunct="0">
              <a:defRPr kumimoji="1" sz="2000">
                <a:solidFill>
                  <a:schemeClr val="tx1"/>
                </a:solidFill>
                <a:latin typeface="Arial" charset="0"/>
                <a:ea typeface="ＭＳ Ｐゴシック" pitchFamily="50" charset="-128"/>
              </a:defRPr>
            </a:lvl1pPr>
            <a:lvl2pPr marL="742950" indent="-285750" eaLnBrk="0" hangingPunct="0">
              <a:defRPr kumimoji="1" sz="2000">
                <a:solidFill>
                  <a:schemeClr val="tx1"/>
                </a:solidFill>
                <a:latin typeface="Arial" charset="0"/>
                <a:ea typeface="ＭＳ Ｐゴシック" pitchFamily="50" charset="-128"/>
              </a:defRPr>
            </a:lvl2pPr>
            <a:lvl3pPr marL="1143000" indent="-228600" eaLnBrk="0" hangingPunct="0">
              <a:defRPr kumimoji="1" sz="2000">
                <a:solidFill>
                  <a:schemeClr val="tx1"/>
                </a:solidFill>
                <a:latin typeface="Arial" charset="0"/>
                <a:ea typeface="ＭＳ Ｐゴシック" pitchFamily="50" charset="-128"/>
              </a:defRPr>
            </a:lvl3pPr>
            <a:lvl4pPr marL="1600200" indent="-228600" eaLnBrk="0" hangingPunct="0">
              <a:defRPr kumimoji="1" sz="2000">
                <a:solidFill>
                  <a:schemeClr val="tx1"/>
                </a:solidFill>
                <a:latin typeface="Arial" charset="0"/>
                <a:ea typeface="ＭＳ Ｐゴシック" pitchFamily="50" charset="-128"/>
              </a:defRPr>
            </a:lvl4pPr>
            <a:lvl5pPr marL="2057400" indent="-228600" eaLnBrk="0" hangingPunct="0">
              <a:defRPr kumimoji="1" sz="2000">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sz="2000">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sz="2000">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sz="2000">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sz="2000">
                <a:solidFill>
                  <a:schemeClr val="tx1"/>
                </a:solidFill>
                <a:latin typeface="Arial" charset="0"/>
                <a:ea typeface="ＭＳ Ｐゴシック" pitchFamily="50" charset="-128"/>
              </a:defRPr>
            </a:lvl9pPr>
          </a:lstStyle>
          <a:p>
            <a:pPr>
              <a:defRPr/>
            </a:pPr>
            <a:fld id="{BE0D9DC2-A27A-4EFB-883B-E13F148AC0E4}" type="slidenum">
              <a:rPr kumimoji="0" lang="en-US" altLang="ja-JP" sz="1200">
                <a:solidFill>
                  <a:srgbClr val="808080"/>
                </a:solidFill>
                <a:latin typeface="Nissan Pro Regular" panose="02000503030000020003" pitchFamily="50" charset="0"/>
                <a:ea typeface="Verdana" panose="020B0604030504040204" pitchFamily="34" charset="0"/>
                <a:cs typeface="Verdana" panose="020B0604030504040204" pitchFamily="34" charset="0"/>
              </a:rPr>
              <a:pPr>
                <a:defRPr/>
              </a:pPr>
              <a:t>‹#›</a:t>
            </a:fld>
            <a:endParaRPr kumimoji="0" lang="en-US" altLang="ja-JP" sz="1200" dirty="0">
              <a:solidFill>
                <a:srgbClr val="808080"/>
              </a:solidFill>
              <a:latin typeface="Nissan Pro Regular" panose="02000503030000020003" pitchFamily="50"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677685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Tree>
    <p:extLst>
      <p:ext uri="{BB962C8B-B14F-4D97-AF65-F5344CB8AC3E}">
        <p14:creationId xmlns:p14="http://schemas.microsoft.com/office/powerpoint/2010/main" val="2937602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5918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263524" y="208032"/>
            <a:ext cx="11664951" cy="563524"/>
          </a:xfrm>
          <a:prstGeom prst="rect">
            <a:avLst/>
          </a:prstGeom>
        </p:spPr>
        <p:txBody>
          <a:bodyPr/>
          <a:lstStyle>
            <a:lvl1pPr marL="0" indent="0">
              <a:buNone/>
              <a:defRPr sz="3200" b="1">
                <a:latin typeface="Nissan Pro Bold" panose="02000803050000020004" pitchFamily="50" charset="0"/>
              </a:defRPr>
            </a:lvl1pPr>
          </a:lstStyle>
          <a:p>
            <a:pPr lvl="0"/>
            <a:r>
              <a:rPr kumimoji="1" lang="en-US" altLang="ja-JP" dirty="0"/>
              <a:t>Title, Nissan Pro Bold 32pt</a:t>
            </a:r>
            <a:endParaRPr kumimoji="1" lang="ja-JP" altLang="en-US" dirty="0"/>
          </a:p>
        </p:txBody>
      </p:sp>
      <p:sp>
        <p:nvSpPr>
          <p:cNvPr id="8" name="テキスト プレースホルダー 7"/>
          <p:cNvSpPr>
            <a:spLocks noGrp="1"/>
          </p:cNvSpPr>
          <p:nvPr>
            <p:ph type="body" sz="quarter" idx="11" hasCustomPrompt="1"/>
          </p:nvPr>
        </p:nvSpPr>
        <p:spPr>
          <a:xfrm>
            <a:off x="270415" y="976343"/>
            <a:ext cx="11658059" cy="446057"/>
          </a:xfrm>
          <a:prstGeom prst="rect">
            <a:avLst/>
          </a:prstGeom>
        </p:spPr>
        <p:txBody>
          <a:bodyPr/>
          <a:lstStyle>
            <a:lvl1pPr marL="228600" indent="-228600">
              <a:buFont typeface="Wingdings" panose="05000000000000000000" pitchFamily="2" charset="2"/>
              <a:buChar char="n"/>
              <a:defRPr sz="2400" baseline="0">
                <a:latin typeface="Nissan Pro Regular" panose="02000503030000020003" pitchFamily="50" charset="0"/>
              </a:defRPr>
            </a:lvl1pPr>
          </a:lstStyle>
          <a:p>
            <a:pPr lvl="0"/>
            <a:r>
              <a:rPr kumimoji="1" lang="en-US" altLang="ja-JP" dirty="0"/>
              <a:t>Body Title, Nissan Pro Regular 24pt</a:t>
            </a:r>
            <a:endParaRPr kumimoji="1" lang="ja-JP" altLang="en-US" dirty="0"/>
          </a:p>
        </p:txBody>
      </p:sp>
      <p:sp>
        <p:nvSpPr>
          <p:cNvPr id="9" name="テキスト プレースホルダー 7"/>
          <p:cNvSpPr>
            <a:spLocks noGrp="1"/>
          </p:cNvSpPr>
          <p:nvPr>
            <p:ph type="body" sz="quarter" idx="12" hasCustomPrompt="1"/>
          </p:nvPr>
        </p:nvSpPr>
        <p:spPr>
          <a:xfrm>
            <a:off x="270415" y="1422400"/>
            <a:ext cx="11658059" cy="4622800"/>
          </a:xfrm>
          <a:prstGeom prst="rect">
            <a:avLst/>
          </a:prstGeom>
        </p:spPr>
        <p:txBody>
          <a:bodyPr/>
          <a:lstStyle>
            <a:lvl1pPr marL="0" indent="0">
              <a:buFontTx/>
              <a:buNone/>
              <a:defRPr sz="1800" baseline="0">
                <a:latin typeface="Nissan Pro Regular" panose="02000503030000020003" pitchFamily="50" charset="0"/>
              </a:defRPr>
            </a:lvl1pPr>
          </a:lstStyle>
          <a:p>
            <a:pPr lvl="0"/>
            <a:r>
              <a:rPr kumimoji="1" lang="en-US" altLang="ja-JP" dirty="0"/>
              <a:t>Body Text, Nissan Pro Regular 18pt</a:t>
            </a:r>
            <a:endParaRPr kumimoji="1" lang="ja-JP" altLang="en-US" dirty="0"/>
          </a:p>
        </p:txBody>
      </p:sp>
    </p:spTree>
    <p:extLst>
      <p:ext uri="{BB962C8B-B14F-4D97-AF65-F5344CB8AC3E}">
        <p14:creationId xmlns:p14="http://schemas.microsoft.com/office/powerpoint/2010/main" val="39987941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119" userDrawn="1">
          <p15:clr>
            <a:srgbClr val="FBAE40"/>
          </p15:clr>
        </p15:guide>
        <p15:guide id="5" orient="horz" pos="618"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theme" Target="../theme/theme3.xml"/><Relationship Id="rId1" Type="http://schemas.openxmlformats.org/officeDocument/2006/relationships/slideLayout" Target="../slideLayouts/slideLayout6.xml"/><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図 7"/>
          <p:cNvPicPr>
            <a:picLocks noChangeAspect="1"/>
          </p:cNvPicPr>
          <p:nvPr userDrawn="1"/>
        </p:nvPicPr>
        <p:blipFill rotWithShape="1">
          <a:blip r:embed="rId4" cstate="print">
            <a:extLst>
              <a:ext uri="{28A0092B-C50C-407E-A947-70E740481C1C}">
                <a14:useLocalDpi xmlns:a14="http://schemas.microsoft.com/office/drawing/2010/main" val="0"/>
              </a:ext>
            </a:extLst>
          </a:blip>
          <a:srcRect l="555" b="555"/>
          <a:stretch/>
        </p:blipFill>
        <p:spPr>
          <a:xfrm>
            <a:off x="0" y="0"/>
            <a:ext cx="12192000" cy="6858000"/>
          </a:xfrm>
          <a:prstGeom prst="rect">
            <a:avLst/>
          </a:prstGeom>
        </p:spPr>
      </p:pic>
      <p:sp>
        <p:nvSpPr>
          <p:cNvPr id="6" name="正方形/長方形 5"/>
          <p:cNvSpPr/>
          <p:nvPr userDrawn="1"/>
        </p:nvSpPr>
        <p:spPr>
          <a:xfrm flipH="1">
            <a:off x="-1" y="0"/>
            <a:ext cx="12192000" cy="6858000"/>
          </a:xfrm>
          <a:prstGeom prst="rect">
            <a:avLst/>
          </a:prstGeom>
          <a:gradFill>
            <a:gsLst>
              <a:gs pos="0">
                <a:sysClr val="window" lastClr="FFFFFF">
                  <a:lumMod val="95000"/>
                  <a:alpha val="0"/>
                </a:sysClr>
              </a:gs>
              <a:gs pos="100000">
                <a:srgbClr val="B3B5B5">
                  <a:lumMod val="23000"/>
                  <a:lumOff val="77000"/>
                </a:srgbClr>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ＭＳ Ｐゴシック" panose="020B0600070205080204" pitchFamily="50" charset="-128"/>
              <a:cs typeface="+mn-cs"/>
            </a:endParaRPr>
          </a:p>
        </p:txBody>
      </p:sp>
      <p:pic>
        <p:nvPicPr>
          <p:cNvPr id="4" name="図 3"/>
          <p:cNvPicPr>
            <a:picLocks noChangeAspect="1"/>
          </p:cNvPicPr>
          <p:nvPr userDrawn="1"/>
        </p:nvPicPr>
        <p:blipFill>
          <a:blip r:embed="rId5"/>
          <a:stretch>
            <a:fillRect/>
          </a:stretch>
        </p:blipFill>
        <p:spPr>
          <a:xfrm>
            <a:off x="4427111" y="1635979"/>
            <a:ext cx="3337777" cy="754632"/>
          </a:xfrm>
          <a:prstGeom prst="rect">
            <a:avLst/>
          </a:prstGeom>
        </p:spPr>
      </p:pic>
      <p:sp>
        <p:nvSpPr>
          <p:cNvPr id="7" name="Alliance_Labeling"/>
          <p:cNvSpPr txBox="1"/>
          <p:nvPr userDrawn="1"/>
        </p:nvSpPr>
        <p:spPr>
          <a:xfrm>
            <a:off x="10338964" y="6605004"/>
            <a:ext cx="1128048" cy="226591"/>
          </a:xfrm>
          <a:prstGeom prst="rect">
            <a:avLst/>
          </a:prstGeom>
          <a:solidFill>
            <a:srgbClr val="FFFFFF"/>
          </a:solidFill>
          <a:ln w="12700" cmpd="sng">
            <a:solidFill>
              <a:srgbClr val="000000"/>
            </a:solidFill>
          </a:ln>
        </p:spPr>
        <p:txBody>
          <a:bodyPr vert="horz" wrap="none" lIns="72000" tIns="36000" rIns="72000" bIns="36000" rtlCol="0" anchor="ctr">
            <a:spAutoFit/>
          </a:bodyPr>
          <a:lstStyle/>
          <a:p>
            <a:pPr algn="ctr">
              <a:lnSpc>
                <a:spcPct val="100000"/>
              </a:lnSpc>
              <a:spcBef>
                <a:spcPct val="0"/>
              </a:spcBef>
              <a:spcAft>
                <a:spcPct val="0"/>
              </a:spcAft>
            </a:pPr>
            <a:r>
              <a:rPr kumimoji="1" lang="en-US" altLang="ja-JP" sz="1000" b="0" dirty="0">
                <a:solidFill>
                  <a:srgbClr val="000000"/>
                </a:solidFill>
                <a:latin typeface="Verdana" panose="020B0604030504040204" pitchFamily="34" charset="0"/>
              </a:rPr>
              <a:t>Nissan Internal</a:t>
            </a:r>
            <a:endParaRPr kumimoji="1" lang="ja-JP" altLang="en-US" sz="1000" b="0" dirty="0">
              <a:solidFill>
                <a:srgbClr val="000000"/>
              </a:solidFill>
              <a:latin typeface="Verdana" panose="020B0604030504040204" pitchFamily="34" charset="0"/>
            </a:endParaRPr>
          </a:p>
        </p:txBody>
      </p:sp>
      <p:pic>
        <p:nvPicPr>
          <p:cNvPr id="2" name="図 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264588" y="173410"/>
            <a:ext cx="1739432" cy="613493"/>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 id="2147483670" r:id="rId2"/>
  </p:sldLayoutIdLst>
  <p:hf sldNum="0" hdr="0" ftr="0" dt="0"/>
  <p:txStyles>
    <p:titleStyle>
      <a:lvl1pPr algn="ctr" rtl="0" eaLnBrk="1" fontAlgn="base" hangingPunct="1">
        <a:spcBef>
          <a:spcPct val="0"/>
        </a:spcBef>
        <a:spcAft>
          <a:spcPct val="0"/>
        </a:spcAft>
        <a:defRPr kumimoji="1" sz="4400">
          <a:solidFill>
            <a:schemeClr val="tx2"/>
          </a:solidFill>
          <a:latin typeface="+mj-lt"/>
          <a:ea typeface="+mj-ea"/>
          <a:cs typeface="+mj-cs"/>
        </a:defRPr>
      </a:lvl1pPr>
      <a:lvl2pPr algn="ctr" rtl="0" eaLnBrk="1" fontAlgn="base" hangingPunct="1">
        <a:spcBef>
          <a:spcPct val="0"/>
        </a:spcBef>
        <a:spcAft>
          <a:spcPct val="0"/>
        </a:spcAft>
        <a:defRPr kumimoji="1" sz="4400">
          <a:solidFill>
            <a:schemeClr val="tx2"/>
          </a:solidFill>
          <a:latin typeface="Arial" charset="0"/>
          <a:ea typeface="ＭＳ Ｐゴシック" charset="-128"/>
        </a:defRPr>
      </a:lvl2pPr>
      <a:lvl3pPr algn="ctr" rtl="0" eaLnBrk="1" fontAlgn="base" hangingPunct="1">
        <a:spcBef>
          <a:spcPct val="0"/>
        </a:spcBef>
        <a:spcAft>
          <a:spcPct val="0"/>
        </a:spcAft>
        <a:defRPr kumimoji="1" sz="4400">
          <a:solidFill>
            <a:schemeClr val="tx2"/>
          </a:solidFill>
          <a:latin typeface="Arial" charset="0"/>
          <a:ea typeface="ＭＳ Ｐゴシック" charset="-128"/>
        </a:defRPr>
      </a:lvl3pPr>
      <a:lvl4pPr algn="ctr" rtl="0" eaLnBrk="1" fontAlgn="base" hangingPunct="1">
        <a:spcBef>
          <a:spcPct val="0"/>
        </a:spcBef>
        <a:spcAft>
          <a:spcPct val="0"/>
        </a:spcAft>
        <a:defRPr kumimoji="1" sz="4400">
          <a:solidFill>
            <a:schemeClr val="tx2"/>
          </a:solidFill>
          <a:latin typeface="Arial" charset="0"/>
          <a:ea typeface="ＭＳ Ｐゴシック" charset="-128"/>
        </a:defRPr>
      </a:lvl4pPr>
      <a:lvl5pPr algn="ctr" rtl="0" eaLnBrk="1" fontAlgn="base" hangingPunct="1">
        <a:spcBef>
          <a:spcPct val="0"/>
        </a:spcBef>
        <a:spcAft>
          <a:spcPct val="0"/>
        </a:spcAft>
        <a:defRPr kumimoji="1" sz="4400">
          <a:solidFill>
            <a:schemeClr val="tx2"/>
          </a:solidFill>
          <a:latin typeface="Arial" charset="0"/>
          <a:ea typeface="ＭＳ Ｐゴシック" charset="-128"/>
        </a:defRPr>
      </a:lvl5pPr>
      <a:lvl6pPr marL="457216" algn="ctr" rtl="0" eaLnBrk="1" fontAlgn="base" hangingPunct="1">
        <a:spcBef>
          <a:spcPct val="0"/>
        </a:spcBef>
        <a:spcAft>
          <a:spcPct val="0"/>
        </a:spcAft>
        <a:defRPr kumimoji="1" sz="4400">
          <a:solidFill>
            <a:schemeClr val="tx2"/>
          </a:solidFill>
          <a:latin typeface="Arial" charset="0"/>
          <a:ea typeface="ＭＳ Ｐゴシック" charset="-128"/>
        </a:defRPr>
      </a:lvl6pPr>
      <a:lvl7pPr marL="914430" algn="ctr" rtl="0" eaLnBrk="1" fontAlgn="base" hangingPunct="1">
        <a:spcBef>
          <a:spcPct val="0"/>
        </a:spcBef>
        <a:spcAft>
          <a:spcPct val="0"/>
        </a:spcAft>
        <a:defRPr kumimoji="1" sz="4400">
          <a:solidFill>
            <a:schemeClr val="tx2"/>
          </a:solidFill>
          <a:latin typeface="Arial" charset="0"/>
          <a:ea typeface="ＭＳ Ｐゴシック" charset="-128"/>
        </a:defRPr>
      </a:lvl7pPr>
      <a:lvl8pPr marL="1371645" algn="ctr" rtl="0" eaLnBrk="1" fontAlgn="base" hangingPunct="1">
        <a:spcBef>
          <a:spcPct val="0"/>
        </a:spcBef>
        <a:spcAft>
          <a:spcPct val="0"/>
        </a:spcAft>
        <a:defRPr kumimoji="1" sz="4400">
          <a:solidFill>
            <a:schemeClr val="tx2"/>
          </a:solidFill>
          <a:latin typeface="Arial" charset="0"/>
          <a:ea typeface="ＭＳ Ｐゴシック" charset="-128"/>
        </a:defRPr>
      </a:lvl8pPr>
      <a:lvl9pPr marL="1828861" algn="ctr" rtl="0" eaLnBrk="1" fontAlgn="base" hangingPunct="1">
        <a:spcBef>
          <a:spcPct val="0"/>
        </a:spcBef>
        <a:spcAft>
          <a:spcPct val="0"/>
        </a:spcAft>
        <a:defRPr kumimoji="1" sz="4400">
          <a:solidFill>
            <a:schemeClr val="tx2"/>
          </a:solidFill>
          <a:latin typeface="Arial" charset="0"/>
          <a:ea typeface="ＭＳ Ｐゴシック" charset="-128"/>
        </a:defRPr>
      </a:lvl9pPr>
    </p:titleStyle>
    <p:bodyStyle>
      <a:lvl1pPr marL="342911" indent="-342911" algn="l" rtl="0" eaLnBrk="1" fontAlgn="base" hangingPunct="1">
        <a:spcBef>
          <a:spcPct val="20000"/>
        </a:spcBef>
        <a:spcAft>
          <a:spcPct val="0"/>
        </a:spcAft>
        <a:buChar char="•"/>
        <a:defRPr kumimoji="1" sz="3200">
          <a:solidFill>
            <a:schemeClr val="tx1"/>
          </a:solidFill>
          <a:latin typeface="+mn-lt"/>
          <a:ea typeface="+mn-ea"/>
          <a:cs typeface="+mn-cs"/>
        </a:defRPr>
      </a:lvl1pPr>
      <a:lvl2pPr marL="742975" indent="-285759" algn="l" rtl="0" eaLnBrk="1" fontAlgn="base" hangingPunct="1">
        <a:spcBef>
          <a:spcPct val="20000"/>
        </a:spcBef>
        <a:spcAft>
          <a:spcPct val="0"/>
        </a:spcAft>
        <a:buChar char="–"/>
        <a:defRPr kumimoji="1" sz="2800">
          <a:solidFill>
            <a:schemeClr val="tx1"/>
          </a:solidFill>
          <a:latin typeface="+mn-lt"/>
          <a:ea typeface="+mn-ea"/>
        </a:defRPr>
      </a:lvl2pPr>
      <a:lvl3pPr marL="1143038" indent="-228608" algn="l" rtl="0" eaLnBrk="1" fontAlgn="base" hangingPunct="1">
        <a:spcBef>
          <a:spcPct val="20000"/>
        </a:spcBef>
        <a:spcAft>
          <a:spcPct val="0"/>
        </a:spcAft>
        <a:buChar char="•"/>
        <a:defRPr kumimoji="1" sz="2400">
          <a:solidFill>
            <a:schemeClr val="tx1"/>
          </a:solidFill>
          <a:latin typeface="+mn-lt"/>
          <a:ea typeface="+mn-ea"/>
        </a:defRPr>
      </a:lvl3pPr>
      <a:lvl4pPr marL="1600253" indent="-228608" algn="l" rtl="0" eaLnBrk="1" fontAlgn="base" hangingPunct="1">
        <a:spcBef>
          <a:spcPct val="20000"/>
        </a:spcBef>
        <a:spcAft>
          <a:spcPct val="0"/>
        </a:spcAft>
        <a:buChar char="–"/>
        <a:defRPr kumimoji="1" sz="2000">
          <a:solidFill>
            <a:schemeClr val="tx1"/>
          </a:solidFill>
          <a:latin typeface="+mn-lt"/>
          <a:ea typeface="+mn-ea"/>
        </a:defRPr>
      </a:lvl4pPr>
      <a:lvl5pPr marL="2057469" indent="-228608" algn="l" rtl="0" eaLnBrk="1" fontAlgn="base" hangingPunct="1">
        <a:spcBef>
          <a:spcPct val="20000"/>
        </a:spcBef>
        <a:spcAft>
          <a:spcPct val="0"/>
        </a:spcAft>
        <a:buChar char="»"/>
        <a:defRPr kumimoji="1" sz="2000">
          <a:solidFill>
            <a:schemeClr val="tx1"/>
          </a:solidFill>
          <a:latin typeface="+mn-lt"/>
          <a:ea typeface="+mn-ea"/>
        </a:defRPr>
      </a:lvl5pPr>
      <a:lvl6pPr marL="2514683" indent="-228608" algn="l" rtl="0" eaLnBrk="1" fontAlgn="base" hangingPunct="1">
        <a:spcBef>
          <a:spcPct val="20000"/>
        </a:spcBef>
        <a:spcAft>
          <a:spcPct val="0"/>
        </a:spcAft>
        <a:buChar char="»"/>
        <a:defRPr kumimoji="1" sz="2000">
          <a:solidFill>
            <a:schemeClr val="tx1"/>
          </a:solidFill>
          <a:latin typeface="+mn-lt"/>
          <a:ea typeface="+mn-ea"/>
        </a:defRPr>
      </a:lvl6pPr>
      <a:lvl7pPr marL="2971899" indent="-228608" algn="l" rtl="0" eaLnBrk="1" fontAlgn="base" hangingPunct="1">
        <a:spcBef>
          <a:spcPct val="20000"/>
        </a:spcBef>
        <a:spcAft>
          <a:spcPct val="0"/>
        </a:spcAft>
        <a:buChar char="»"/>
        <a:defRPr kumimoji="1" sz="2000">
          <a:solidFill>
            <a:schemeClr val="tx1"/>
          </a:solidFill>
          <a:latin typeface="+mn-lt"/>
          <a:ea typeface="+mn-ea"/>
        </a:defRPr>
      </a:lvl7pPr>
      <a:lvl8pPr marL="3429114" indent="-228608" algn="l" rtl="0" eaLnBrk="1" fontAlgn="base" hangingPunct="1">
        <a:spcBef>
          <a:spcPct val="20000"/>
        </a:spcBef>
        <a:spcAft>
          <a:spcPct val="0"/>
        </a:spcAft>
        <a:buChar char="»"/>
        <a:defRPr kumimoji="1" sz="2000">
          <a:solidFill>
            <a:schemeClr val="tx1"/>
          </a:solidFill>
          <a:latin typeface="+mn-lt"/>
          <a:ea typeface="+mn-ea"/>
        </a:defRPr>
      </a:lvl8pPr>
      <a:lvl9pPr marL="3886330" indent="-228608"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30" rtl="0" eaLnBrk="1" latinLnBrk="0" hangingPunct="1">
        <a:defRPr kumimoji="1" sz="1800" kern="1200">
          <a:solidFill>
            <a:schemeClr val="tx1"/>
          </a:solidFill>
          <a:latin typeface="+mn-lt"/>
          <a:ea typeface="+mn-ea"/>
          <a:cs typeface="+mn-cs"/>
        </a:defRPr>
      </a:lvl1pPr>
      <a:lvl2pPr marL="457216" algn="l" defTabSz="914430" rtl="0" eaLnBrk="1" latinLnBrk="0" hangingPunct="1">
        <a:defRPr kumimoji="1" sz="1800" kern="1200">
          <a:solidFill>
            <a:schemeClr val="tx1"/>
          </a:solidFill>
          <a:latin typeface="+mn-lt"/>
          <a:ea typeface="+mn-ea"/>
          <a:cs typeface="+mn-cs"/>
        </a:defRPr>
      </a:lvl2pPr>
      <a:lvl3pPr marL="914430" algn="l" defTabSz="914430" rtl="0" eaLnBrk="1" latinLnBrk="0" hangingPunct="1">
        <a:defRPr kumimoji="1" sz="1800" kern="1200">
          <a:solidFill>
            <a:schemeClr val="tx1"/>
          </a:solidFill>
          <a:latin typeface="+mn-lt"/>
          <a:ea typeface="+mn-ea"/>
          <a:cs typeface="+mn-cs"/>
        </a:defRPr>
      </a:lvl3pPr>
      <a:lvl4pPr marL="1371645" algn="l" defTabSz="914430" rtl="0" eaLnBrk="1" latinLnBrk="0" hangingPunct="1">
        <a:defRPr kumimoji="1" sz="1800" kern="1200">
          <a:solidFill>
            <a:schemeClr val="tx1"/>
          </a:solidFill>
          <a:latin typeface="+mn-lt"/>
          <a:ea typeface="+mn-ea"/>
          <a:cs typeface="+mn-cs"/>
        </a:defRPr>
      </a:lvl4pPr>
      <a:lvl5pPr marL="1828861" algn="l" defTabSz="914430" rtl="0" eaLnBrk="1" latinLnBrk="0" hangingPunct="1">
        <a:defRPr kumimoji="1" sz="1800" kern="1200">
          <a:solidFill>
            <a:schemeClr val="tx1"/>
          </a:solidFill>
          <a:latin typeface="+mn-lt"/>
          <a:ea typeface="+mn-ea"/>
          <a:cs typeface="+mn-cs"/>
        </a:defRPr>
      </a:lvl5pPr>
      <a:lvl6pPr marL="2286077" algn="l" defTabSz="914430" rtl="0" eaLnBrk="1" latinLnBrk="0" hangingPunct="1">
        <a:defRPr kumimoji="1" sz="1800" kern="1200">
          <a:solidFill>
            <a:schemeClr val="tx1"/>
          </a:solidFill>
          <a:latin typeface="+mn-lt"/>
          <a:ea typeface="+mn-ea"/>
          <a:cs typeface="+mn-cs"/>
        </a:defRPr>
      </a:lvl6pPr>
      <a:lvl7pPr marL="2743291" algn="l" defTabSz="914430" rtl="0" eaLnBrk="1" latinLnBrk="0" hangingPunct="1">
        <a:defRPr kumimoji="1" sz="1800" kern="1200">
          <a:solidFill>
            <a:schemeClr val="tx1"/>
          </a:solidFill>
          <a:latin typeface="+mn-lt"/>
          <a:ea typeface="+mn-ea"/>
          <a:cs typeface="+mn-cs"/>
        </a:defRPr>
      </a:lvl7pPr>
      <a:lvl8pPr marL="3200507" algn="l" defTabSz="914430" rtl="0" eaLnBrk="1" latinLnBrk="0" hangingPunct="1">
        <a:defRPr kumimoji="1" sz="1800" kern="1200">
          <a:solidFill>
            <a:schemeClr val="tx1"/>
          </a:solidFill>
          <a:latin typeface="+mn-lt"/>
          <a:ea typeface="+mn-ea"/>
          <a:cs typeface="+mn-cs"/>
        </a:defRPr>
      </a:lvl8pPr>
      <a:lvl9pPr marL="3657722" algn="l" defTabSz="91443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userDrawn="1">
          <p15:clr>
            <a:srgbClr val="F26B43"/>
          </p15:clr>
        </p15:guide>
        <p15:guide id="4" orient="horz" pos="4320" userDrawn="1">
          <p15:clr>
            <a:srgbClr val="F26B43"/>
          </p15:clr>
        </p15:guide>
        <p15:guide id="5" userDrawn="1">
          <p15:clr>
            <a:srgbClr val="F26B43"/>
          </p15:clr>
        </p15:guide>
        <p15:guide id="6" pos="7680" userDrawn="1">
          <p15:clr>
            <a:srgbClr val="F26B43"/>
          </p15:clr>
        </p15:guide>
        <p15:guide id="7" pos="325" userDrawn="1">
          <p15:clr>
            <a:srgbClr val="F26B43"/>
          </p15:clr>
        </p15:guide>
        <p15:guide id="8" pos="735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図 6"/>
          <p:cNvPicPr>
            <a:picLocks noChangeAspect="1"/>
          </p:cNvPicPr>
          <p:nvPr userDrawn="1"/>
        </p:nvPicPr>
        <p:blipFill rotWithShape="1">
          <a:blip r:embed="rId5" cstate="print">
            <a:extLst>
              <a:ext uri="{28A0092B-C50C-407E-A947-70E740481C1C}">
                <a14:useLocalDpi xmlns:a14="http://schemas.microsoft.com/office/drawing/2010/main" val="0"/>
              </a:ext>
            </a:extLst>
          </a:blip>
          <a:srcRect l="555" b="555"/>
          <a:stretch/>
        </p:blipFill>
        <p:spPr>
          <a:xfrm>
            <a:off x="0" y="0"/>
            <a:ext cx="12192000" cy="6858000"/>
          </a:xfrm>
          <a:prstGeom prst="rect">
            <a:avLst/>
          </a:prstGeom>
        </p:spPr>
      </p:pic>
      <p:sp>
        <p:nvSpPr>
          <p:cNvPr id="8" name="正方形/長方形 7"/>
          <p:cNvSpPr/>
          <p:nvPr userDrawn="1"/>
        </p:nvSpPr>
        <p:spPr>
          <a:xfrm>
            <a:off x="0" y="0"/>
            <a:ext cx="12192000"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flipH="1">
            <a:off x="0" y="0"/>
            <a:ext cx="12192000" cy="6858000"/>
          </a:xfrm>
          <a:prstGeom prst="rect">
            <a:avLst/>
          </a:prstGeom>
          <a:gradFill>
            <a:gsLst>
              <a:gs pos="0">
                <a:sysClr val="window" lastClr="FFFFFF">
                  <a:lumMod val="95000"/>
                  <a:alpha val="0"/>
                </a:sysClr>
              </a:gs>
              <a:gs pos="100000">
                <a:srgbClr val="B3B5B5">
                  <a:lumMod val="23000"/>
                  <a:lumOff val="77000"/>
                </a:srgbClr>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ＭＳ Ｐゴシック" panose="020B0600070205080204" pitchFamily="50" charset="-128"/>
              <a:cs typeface="+mn-cs"/>
            </a:endParaRPr>
          </a:p>
        </p:txBody>
      </p:sp>
      <p:sp>
        <p:nvSpPr>
          <p:cNvPr id="19" name="Alliance_Labeling"/>
          <p:cNvSpPr txBox="1"/>
          <p:nvPr userDrawn="1"/>
        </p:nvSpPr>
        <p:spPr>
          <a:xfrm>
            <a:off x="10124688" y="6571294"/>
            <a:ext cx="1128048" cy="226591"/>
          </a:xfrm>
          <a:prstGeom prst="rect">
            <a:avLst/>
          </a:prstGeom>
          <a:solidFill>
            <a:srgbClr val="FFFFFF"/>
          </a:solidFill>
          <a:ln w="12700" cmpd="sng">
            <a:solidFill>
              <a:srgbClr val="000000"/>
            </a:solidFill>
          </a:ln>
        </p:spPr>
        <p:txBody>
          <a:bodyPr vert="horz" wrap="none" lIns="72000" tIns="36000" rIns="72000" bIns="36000" rtlCol="0" anchor="ctr">
            <a:spAutoFit/>
          </a:bodyPr>
          <a:lstStyle/>
          <a:p>
            <a:pPr algn="ctr">
              <a:lnSpc>
                <a:spcPct val="100000"/>
              </a:lnSpc>
              <a:spcBef>
                <a:spcPct val="0"/>
              </a:spcBef>
              <a:spcAft>
                <a:spcPct val="0"/>
              </a:spcAft>
            </a:pPr>
            <a:r>
              <a:rPr kumimoji="1" lang="en-US" altLang="ja-JP" sz="1000" b="0" dirty="0">
                <a:solidFill>
                  <a:srgbClr val="000000"/>
                </a:solidFill>
                <a:latin typeface="Verdana" panose="020B0604030504040204" pitchFamily="34" charset="0"/>
              </a:rPr>
              <a:t>Nissan Internal</a:t>
            </a:r>
            <a:endParaRPr kumimoji="1" lang="ja-JP" altLang="en-US" sz="1000" b="0" dirty="0">
              <a:solidFill>
                <a:srgbClr val="000000"/>
              </a:solidFill>
              <a:latin typeface="Verdana" panose="020B0604030504040204" pitchFamily="34" charset="0"/>
            </a:endParaRPr>
          </a:p>
        </p:txBody>
      </p:sp>
      <p:pic>
        <p:nvPicPr>
          <p:cNvPr id="6" name="図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264588" y="173410"/>
            <a:ext cx="1739432" cy="613493"/>
          </a:xfrm>
          <a:prstGeom prst="rect">
            <a:avLst/>
          </a:prstGeom>
        </p:spPr>
      </p:pic>
    </p:spTree>
    <p:extLst>
      <p:ext uri="{BB962C8B-B14F-4D97-AF65-F5344CB8AC3E}">
        <p14:creationId xmlns:p14="http://schemas.microsoft.com/office/powerpoint/2010/main" val="4150948458"/>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2"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5" name="図 14"/>
          <p:cNvPicPr>
            <a:picLocks noChangeAspect="1"/>
          </p:cNvPicPr>
          <p:nvPr/>
        </p:nvPicPr>
        <p:blipFill>
          <a:blip r:embed="rId3"/>
          <a:stretch>
            <a:fillRect/>
          </a:stretch>
        </p:blipFill>
        <p:spPr>
          <a:xfrm>
            <a:off x="5633011" y="6563989"/>
            <a:ext cx="925983" cy="209354"/>
          </a:xfrm>
          <a:prstGeom prst="rect">
            <a:avLst/>
          </a:prstGeom>
        </p:spPr>
      </p:pic>
      <p:sp>
        <p:nvSpPr>
          <p:cNvPr id="16" name="Text Box 25"/>
          <p:cNvSpPr txBox="1">
            <a:spLocks noChangeArrowheads="1"/>
          </p:cNvSpPr>
          <p:nvPr/>
        </p:nvSpPr>
        <p:spPr bwMode="gray">
          <a:xfrm>
            <a:off x="339642" y="6538771"/>
            <a:ext cx="647026" cy="276999"/>
          </a:xfrm>
          <a:prstGeom prst="rect">
            <a:avLst/>
          </a:prstGeom>
          <a:noFill/>
          <a:ln>
            <a:noFill/>
          </a:ln>
          <a:effectLst/>
          <a:extLst>
            <a:ext uri="{909E8E84-426E-40DD-AFC4-6F175D3DCCD1}">
              <a14:hiddenFill xmlns:a14="http://schemas.microsoft.com/office/drawing/2010/main">
                <a:solidFill>
                  <a:srgbClr val="33CC33">
                    <a:alpha val="5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algn="ctr" rotWithShape="0">
                    <a:schemeClr val="tx2"/>
                  </a:outerShdw>
                </a:effectLst>
              </a14:hiddenEffects>
            </a:ext>
          </a:extLst>
        </p:spPr>
        <p:txBody>
          <a:bodyPr wrap="square">
            <a:spAutoFit/>
          </a:bodyPr>
          <a:lstStyle>
            <a:lvl1pPr eaLnBrk="0" hangingPunct="0">
              <a:defRPr kumimoji="1" sz="2000">
                <a:solidFill>
                  <a:schemeClr val="tx1"/>
                </a:solidFill>
                <a:latin typeface="Arial" charset="0"/>
                <a:ea typeface="ＭＳ Ｐゴシック" pitchFamily="50" charset="-128"/>
              </a:defRPr>
            </a:lvl1pPr>
            <a:lvl2pPr marL="742950" indent="-285750" eaLnBrk="0" hangingPunct="0">
              <a:defRPr kumimoji="1" sz="2000">
                <a:solidFill>
                  <a:schemeClr val="tx1"/>
                </a:solidFill>
                <a:latin typeface="Arial" charset="0"/>
                <a:ea typeface="ＭＳ Ｐゴシック" pitchFamily="50" charset="-128"/>
              </a:defRPr>
            </a:lvl2pPr>
            <a:lvl3pPr marL="1143000" indent="-228600" eaLnBrk="0" hangingPunct="0">
              <a:defRPr kumimoji="1" sz="2000">
                <a:solidFill>
                  <a:schemeClr val="tx1"/>
                </a:solidFill>
                <a:latin typeface="Arial" charset="0"/>
                <a:ea typeface="ＭＳ Ｐゴシック" pitchFamily="50" charset="-128"/>
              </a:defRPr>
            </a:lvl3pPr>
            <a:lvl4pPr marL="1600200" indent="-228600" eaLnBrk="0" hangingPunct="0">
              <a:defRPr kumimoji="1" sz="2000">
                <a:solidFill>
                  <a:schemeClr val="tx1"/>
                </a:solidFill>
                <a:latin typeface="Arial" charset="0"/>
                <a:ea typeface="ＭＳ Ｐゴシック" pitchFamily="50" charset="-128"/>
              </a:defRPr>
            </a:lvl4pPr>
            <a:lvl5pPr marL="2057400" indent="-228600" eaLnBrk="0" hangingPunct="0">
              <a:defRPr kumimoji="1" sz="2000">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sz="2000">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sz="2000">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sz="2000">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sz="2000">
                <a:solidFill>
                  <a:schemeClr val="tx1"/>
                </a:solidFill>
                <a:latin typeface="Arial" charset="0"/>
                <a:ea typeface="ＭＳ Ｐゴシック" pitchFamily="50" charset="-128"/>
              </a:defRPr>
            </a:lvl9pPr>
          </a:lstStyle>
          <a:p>
            <a:pPr>
              <a:defRPr/>
            </a:pPr>
            <a:fld id="{BE0D9DC2-A27A-4EFB-883B-E13F148AC0E4}" type="slidenum">
              <a:rPr kumimoji="0" lang="en-US" altLang="ja-JP" sz="1200">
                <a:solidFill>
                  <a:srgbClr val="808080"/>
                </a:solidFill>
                <a:latin typeface="Nissan Pro Regular" panose="02000503030000020003" pitchFamily="50" charset="0"/>
                <a:ea typeface="Verdana" panose="020B0604030504040204" pitchFamily="34" charset="0"/>
                <a:cs typeface="Verdana" panose="020B0604030504040204" pitchFamily="34" charset="0"/>
              </a:rPr>
              <a:pPr>
                <a:defRPr/>
              </a:pPr>
              <a:t>‹#›</a:t>
            </a:fld>
            <a:endParaRPr kumimoji="0" lang="en-US" altLang="ja-JP" sz="1200" dirty="0">
              <a:solidFill>
                <a:srgbClr val="808080"/>
              </a:solidFill>
              <a:latin typeface="Nissan Pro Regular" panose="02000503030000020003" pitchFamily="50" charset="0"/>
              <a:ea typeface="Verdana" panose="020B0604030504040204" pitchFamily="34" charset="0"/>
              <a:cs typeface="Verdana" panose="020B0604030504040204" pitchFamily="34" charset="0"/>
            </a:endParaRPr>
          </a:p>
        </p:txBody>
      </p:sp>
      <p:sp>
        <p:nvSpPr>
          <p:cNvPr id="5" name="Alliance_Labeling"/>
          <p:cNvSpPr txBox="1"/>
          <p:nvPr userDrawn="1"/>
        </p:nvSpPr>
        <p:spPr>
          <a:xfrm>
            <a:off x="10358015" y="6589179"/>
            <a:ext cx="1128048" cy="226591"/>
          </a:xfrm>
          <a:prstGeom prst="rect">
            <a:avLst/>
          </a:prstGeom>
          <a:solidFill>
            <a:srgbClr val="FFFFFF"/>
          </a:solidFill>
          <a:ln w="12700" cmpd="sng">
            <a:solidFill>
              <a:srgbClr val="000000"/>
            </a:solidFill>
          </a:ln>
        </p:spPr>
        <p:txBody>
          <a:bodyPr vert="horz" wrap="none" lIns="72000" tIns="36000" rIns="72000" bIns="36000" rtlCol="0" anchor="ctr">
            <a:spAutoFit/>
          </a:bodyPr>
          <a:lstStyle/>
          <a:p>
            <a:pPr algn="ctr">
              <a:lnSpc>
                <a:spcPct val="100000"/>
              </a:lnSpc>
              <a:spcBef>
                <a:spcPct val="0"/>
              </a:spcBef>
              <a:spcAft>
                <a:spcPct val="0"/>
              </a:spcAft>
            </a:pPr>
            <a:r>
              <a:rPr kumimoji="1" lang="en-US" altLang="ja-JP" sz="1000" b="0" dirty="0">
                <a:solidFill>
                  <a:srgbClr val="000000"/>
                </a:solidFill>
                <a:latin typeface="Verdana" panose="020B0604030504040204" pitchFamily="34" charset="0"/>
              </a:rPr>
              <a:t>Nissan Internal</a:t>
            </a:r>
            <a:endParaRPr kumimoji="1" lang="ja-JP" altLang="en-US" sz="1000" b="0" dirty="0">
              <a:solidFill>
                <a:srgbClr val="000000"/>
              </a:solidFill>
              <a:latin typeface="Verdana" panose="020B0604030504040204" pitchFamily="34" charset="0"/>
            </a:endParaRPr>
          </a:p>
        </p:txBody>
      </p:sp>
      <p:pic>
        <p:nvPicPr>
          <p:cNvPr id="6" name="図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64588" y="173410"/>
            <a:ext cx="1739432" cy="613493"/>
          </a:xfrm>
          <a:prstGeom prst="rect">
            <a:avLst/>
          </a:prstGeom>
        </p:spPr>
      </p:pic>
    </p:spTree>
    <p:extLst>
      <p:ext uri="{BB962C8B-B14F-4D97-AF65-F5344CB8AC3E}">
        <p14:creationId xmlns:p14="http://schemas.microsoft.com/office/powerpoint/2010/main" val="1380264067"/>
      </p:ext>
    </p:extLst>
  </p:cSld>
  <p:clrMap bg1="lt1" tx1="dk1" bg2="lt2" tx2="dk2" accent1="accent1" accent2="accent2" accent3="accent3" accent4="accent4" accent5="accent5" accent6="accent6" hlink="hlink" folHlink="folHlink"/>
  <p:sldLayoutIdLst>
    <p:sldLayoutId id="2147483664"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7514" userDrawn="1">
          <p15:clr>
            <a:srgbClr val="F26B43"/>
          </p15:clr>
        </p15:guide>
        <p15:guide id="4" pos="16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5.xml"/><Relationship Id="rId3" Type="http://schemas.openxmlformats.org/officeDocument/2006/relationships/slide" Target="slide3.xml"/><Relationship Id="rId7" Type="http://schemas.openxmlformats.org/officeDocument/2006/relationships/slide" Target="slide10.xml"/><Relationship Id="rId12" Type="http://schemas.openxmlformats.org/officeDocument/2006/relationships/slide" Target="slide23.xml"/><Relationship Id="rId2" Type="http://schemas.openxmlformats.org/officeDocument/2006/relationships/slide" Target="slide2.xml"/><Relationship Id="rId1" Type="http://schemas.openxmlformats.org/officeDocument/2006/relationships/slideLayout" Target="../slideLayouts/slideLayout4.xml"/><Relationship Id="rId6" Type="http://schemas.openxmlformats.org/officeDocument/2006/relationships/slide" Target="slide9.xml"/><Relationship Id="rId11" Type="http://schemas.openxmlformats.org/officeDocument/2006/relationships/slide" Target="slide22.xml"/><Relationship Id="rId5" Type="http://schemas.openxmlformats.org/officeDocument/2006/relationships/slide" Target="slide8.xml"/><Relationship Id="rId15" Type="http://schemas.openxmlformats.org/officeDocument/2006/relationships/slide" Target="slide28.xml"/><Relationship Id="rId10" Type="http://schemas.openxmlformats.org/officeDocument/2006/relationships/slide" Target="slide13.xml"/><Relationship Id="rId4" Type="http://schemas.openxmlformats.org/officeDocument/2006/relationships/slide" Target="slide4.xml"/><Relationship Id="rId9" Type="http://schemas.openxmlformats.org/officeDocument/2006/relationships/slide" Target="slide12.xml"/><Relationship Id="rId14" Type="http://schemas.openxmlformats.org/officeDocument/2006/relationships/slide" Target="slide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slide" Target="slide9.xml"/><Relationship Id="rId4" Type="http://schemas.openxmlformats.org/officeDocument/2006/relationships/slide" Target="slide10.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46.pn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5.xml"/><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2"/>
          </p:nvPr>
        </p:nvSpPr>
        <p:spPr/>
        <p:txBody>
          <a:bodyPr/>
          <a:lstStyle/>
          <a:p>
            <a:r>
              <a:rPr kumimoji="1" lang="en-US" altLang="ja-JP" dirty="0"/>
              <a:t>Engineering Documents (ED) Approval Workflow</a:t>
            </a:r>
            <a:endParaRPr kumimoji="1" lang="ja-JP" altLang="en-US" dirty="0"/>
          </a:p>
        </p:txBody>
      </p:sp>
      <p:sp>
        <p:nvSpPr>
          <p:cNvPr id="5" name="テキスト プレースホルダー 4"/>
          <p:cNvSpPr>
            <a:spLocks noGrp="1"/>
          </p:cNvSpPr>
          <p:nvPr>
            <p:ph type="body" sz="quarter" idx="13"/>
          </p:nvPr>
        </p:nvSpPr>
        <p:spPr/>
        <p:txBody>
          <a:bodyPr/>
          <a:lstStyle/>
          <a:p>
            <a:r>
              <a:rPr lang="en-US" altLang="ja-JP" dirty="0"/>
              <a:t>RNTBCI EDMS AMO Team</a:t>
            </a:r>
            <a:endParaRPr kumimoji="1" lang="ja-JP" altLang="en-US" dirty="0"/>
          </a:p>
        </p:txBody>
      </p:sp>
    </p:spTree>
    <p:extLst>
      <p:ext uri="{BB962C8B-B14F-4D97-AF65-F5344CB8AC3E}">
        <p14:creationId xmlns:p14="http://schemas.microsoft.com/office/powerpoint/2010/main" val="3515805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80BD8-344D-9F6A-B330-8D9A31409F27}"/>
              </a:ext>
            </a:extLst>
          </p:cNvPr>
          <p:cNvSpPr>
            <a:spLocks noGrp="1"/>
          </p:cNvSpPr>
          <p:nvPr>
            <p:ph type="title"/>
          </p:nvPr>
        </p:nvSpPr>
        <p:spPr/>
        <p:txBody>
          <a:bodyPr/>
          <a:lstStyle/>
          <a:p>
            <a:r>
              <a:rPr lang="en-US" dirty="0"/>
              <a:t>Table Of Contents</a:t>
            </a:r>
            <a:endParaRPr lang="en-IN" dirty="0"/>
          </a:p>
        </p:txBody>
      </p:sp>
      <p:sp>
        <p:nvSpPr>
          <p:cNvPr id="3" name="TextBox 1">
            <a:extLst>
              <a:ext uri="{FF2B5EF4-FFF2-40B4-BE49-F238E27FC236}">
                <a16:creationId xmlns:a16="http://schemas.microsoft.com/office/drawing/2014/main" id="{A9BC14B1-BD1C-F9D6-642A-61722ECDC023}"/>
              </a:ext>
            </a:extLst>
          </p:cNvPr>
          <p:cNvSpPr txBox="1"/>
          <p:nvPr/>
        </p:nvSpPr>
        <p:spPr>
          <a:xfrm>
            <a:off x="161952" y="773145"/>
            <a:ext cx="11083648" cy="4278094"/>
          </a:xfrm>
          <a:prstGeom prst="rect">
            <a:avLst/>
          </a:prstGeom>
          <a:noFill/>
        </p:spPr>
        <p:txBody>
          <a:bodyPr wrap="square" rtlCol="0">
            <a:spAutoFit/>
          </a:bodyPr>
          <a:lstStyle/>
          <a:p>
            <a:pPr marR="6239510">
              <a:spcBef>
                <a:spcPts val="195"/>
              </a:spcBef>
              <a:buClr>
                <a:srgbClr val="0562C1"/>
              </a:buClr>
              <a:tabLst>
                <a:tab pos="279400" algn="l"/>
              </a:tabLst>
            </a:pPr>
            <a:r>
              <a:rPr lang="en-US" sz="1400" b="1" u="sng" dirty="0">
                <a:solidFill>
                  <a:srgbClr val="0070C0"/>
                </a:solidFill>
                <a:effectLst/>
                <a:latin typeface="Arial" panose="020B0604020202020204" pitchFamily="34" charset="0"/>
                <a:ea typeface="Meiryo UI" panose="020B0604030504040204" pitchFamily="34" charset="-128"/>
                <a:cs typeface="Arial" panose="020B0604020202020204" pitchFamily="34" charset="0"/>
                <a:hlinkClick r:id="rId2" action="ppaction://hlinksldjump"/>
              </a:rPr>
              <a:t>1 </a:t>
            </a:r>
            <a:r>
              <a:rPr lang="en-US" sz="1400" b="1" dirty="0">
                <a:solidFill>
                  <a:srgbClr val="0070C0"/>
                </a:solidFill>
                <a:uFill>
                  <a:solidFill>
                    <a:srgbClr val="0562C1"/>
                  </a:solidFill>
                </a:uFill>
                <a:latin typeface="Arial" panose="020B0604020202020204" pitchFamily="34" charset="0"/>
                <a:cs typeface="Arial" panose="020B0604020202020204" pitchFamily="34" charset="0"/>
                <a:hlinkClick r:id="rId2" action="ppaction://hlinksldjump">
                  <a:extLst>
                    <a:ext uri="{A12FA001-AC4F-418D-AE19-62706E023703}">
                      <ahyp:hlinkClr xmlns:ahyp="http://schemas.microsoft.com/office/drawing/2018/hyperlinkcolor" val="tx"/>
                    </a:ext>
                  </a:extLst>
                </a:hlinkClick>
              </a:rPr>
              <a:t>.</a:t>
            </a:r>
            <a:r>
              <a:rPr lang="en-US" altLang="ja-JP" sz="1400" b="1" dirty="0">
                <a:solidFill>
                  <a:srgbClr val="0070C0"/>
                </a:solidFill>
                <a:uFill>
                  <a:solidFill>
                    <a:srgbClr val="0562C1"/>
                  </a:solidFill>
                </a:uFill>
                <a:latin typeface="Arial" panose="020B0604020202020204" pitchFamily="34" charset="0"/>
                <a:cs typeface="Arial" panose="020B0604020202020204" pitchFamily="34" charset="0"/>
              </a:rPr>
              <a:t> </a:t>
            </a:r>
            <a:r>
              <a:rPr lang="en-US" altLang="ja-JP" sz="1400" b="1" dirty="0">
                <a:solidFill>
                  <a:srgbClr val="0070C0"/>
                </a:solidFill>
                <a:uFill>
                  <a:solidFill>
                    <a:srgbClr val="0562C1"/>
                  </a:solidFill>
                </a:uFill>
                <a:latin typeface="Arial" panose="020B0604020202020204" pitchFamily="34" charset="0"/>
                <a:cs typeface="Arial" panose="020B0604020202020204" pitchFamily="34" charset="0"/>
                <a:hlinkClick r:id="rId3" action="ppaction://hlinksldjump"/>
              </a:rPr>
              <a:t>Request Process</a:t>
            </a:r>
            <a:endParaRPr lang="en-US" altLang="ja-JP" sz="1400" b="1" dirty="0">
              <a:solidFill>
                <a:srgbClr val="0070C0"/>
              </a:solidFill>
              <a:uFill>
                <a:solidFill>
                  <a:srgbClr val="0562C1"/>
                </a:solidFill>
              </a:uFill>
              <a:latin typeface="Arial" panose="020B0604020202020204" pitchFamily="34" charset="0"/>
              <a:cs typeface="Arial" panose="020B0604020202020204" pitchFamily="34" charset="0"/>
            </a:endParaRPr>
          </a:p>
          <a:p>
            <a:pPr marR="6239510">
              <a:spcBef>
                <a:spcPts val="195"/>
              </a:spcBef>
              <a:buClr>
                <a:srgbClr val="0562C1"/>
              </a:buClr>
              <a:tabLst>
                <a:tab pos="279400" algn="l"/>
              </a:tabLst>
            </a:pPr>
            <a:r>
              <a:rPr lang="en-US" sz="1400" b="0" u="none" strike="noStrike" dirty="0">
                <a:solidFill>
                  <a:srgbClr val="0070C0"/>
                </a:solidFill>
                <a:effectLst/>
                <a:uFill>
                  <a:solidFill>
                    <a:srgbClr val="000000"/>
                  </a:solidFill>
                </a:uFill>
                <a:latin typeface="Arial" panose="020B0604020202020204" pitchFamily="34" charset="0"/>
                <a:ea typeface="Meiryo UI" panose="020B0604030504040204" pitchFamily="34" charset="-128"/>
                <a:cs typeface="Arial" panose="020B0604020202020204" pitchFamily="34" charset="0"/>
                <a:hlinkClick r:id="rId4" action="ppaction://hlinksldjump"/>
              </a:rPr>
              <a:t>1-1.Approval Request</a:t>
            </a:r>
            <a:endParaRPr lang="en-IN" sz="1400" b="1" u="sng" dirty="0">
              <a:solidFill>
                <a:srgbClr val="0070C0"/>
              </a:solidFill>
              <a:uFill>
                <a:solidFill>
                  <a:srgbClr val="000000"/>
                </a:solidFill>
              </a:uFill>
              <a:latin typeface="Arial" panose="020B0604020202020204" pitchFamily="34" charset="0"/>
              <a:ea typeface="Meiryo UI" panose="020B0604030504040204" pitchFamily="34" charset="-128"/>
              <a:cs typeface="Arial" panose="020B0604020202020204" pitchFamily="34" charset="0"/>
            </a:endParaRPr>
          </a:p>
          <a:p>
            <a:pPr marR="6239510" lvl="0">
              <a:spcBef>
                <a:spcPts val="195"/>
              </a:spcBef>
              <a:spcAft>
                <a:spcPts val="0"/>
              </a:spcAft>
              <a:buClr>
                <a:srgbClr val="0562C1"/>
              </a:buClr>
              <a:tabLst>
                <a:tab pos="279400" algn="l"/>
              </a:tabLst>
            </a:pPr>
            <a:r>
              <a:rPr lang="en-US" sz="1400" dirty="0">
                <a:solidFill>
                  <a:srgbClr val="0070C0"/>
                </a:solidFill>
                <a:uFill>
                  <a:solidFill>
                    <a:srgbClr val="000000"/>
                  </a:solidFill>
                </a:uFill>
                <a:latin typeface="Arial" panose="020B0604020202020204" pitchFamily="34" charset="0"/>
                <a:ea typeface="Meiryo UI" panose="020B0604030504040204" pitchFamily="34" charset="-128"/>
                <a:cs typeface="Arial" panose="020B0604020202020204" pitchFamily="34" charset="0"/>
                <a:hlinkClick r:id="rId5" action="ppaction://hlinksldjump"/>
              </a:rPr>
              <a:t>1-2.How to set up approvers</a:t>
            </a:r>
            <a:endParaRPr lang="en-US" sz="1400" dirty="0">
              <a:solidFill>
                <a:srgbClr val="0070C0"/>
              </a:solidFill>
              <a:uFill>
                <a:solidFill>
                  <a:srgbClr val="000000"/>
                </a:solidFill>
              </a:uFill>
              <a:latin typeface="Arial" panose="020B0604020202020204" pitchFamily="34" charset="0"/>
              <a:ea typeface="Meiryo UI" panose="020B0604030504040204" pitchFamily="34" charset="-128"/>
              <a:cs typeface="Arial" panose="020B0604020202020204" pitchFamily="34" charset="0"/>
            </a:endParaRPr>
          </a:p>
          <a:p>
            <a:pPr marR="6239510" lvl="0">
              <a:spcBef>
                <a:spcPts val="195"/>
              </a:spcBef>
              <a:spcAft>
                <a:spcPts val="0"/>
              </a:spcAft>
              <a:buClr>
                <a:srgbClr val="0562C1"/>
              </a:buClr>
              <a:tabLst>
                <a:tab pos="279400" algn="l"/>
              </a:tabLst>
            </a:pPr>
            <a:r>
              <a:rPr lang="en-US" sz="1400" dirty="0">
                <a:solidFill>
                  <a:srgbClr val="0070C0"/>
                </a:solidFill>
                <a:uFill>
                  <a:solidFill>
                    <a:srgbClr val="000000"/>
                  </a:solidFill>
                </a:uFill>
                <a:latin typeface="Arial" panose="020B0604020202020204" pitchFamily="34" charset="0"/>
                <a:ea typeface="Meiryo UI" panose="020B0604030504040204" pitchFamily="34" charset="-128"/>
                <a:cs typeface="Arial" panose="020B0604020202020204" pitchFamily="34" charset="0"/>
                <a:hlinkClick r:id="rId6" action="ppaction://hlinksldjump"/>
              </a:rPr>
              <a:t>1-3. How to set up Distributors</a:t>
            </a:r>
            <a:endParaRPr lang="en-US" sz="1400" dirty="0">
              <a:solidFill>
                <a:srgbClr val="0070C0"/>
              </a:solidFill>
              <a:uFill>
                <a:solidFill>
                  <a:srgbClr val="000000"/>
                </a:solidFill>
              </a:uFill>
              <a:latin typeface="Arial" panose="020B0604020202020204" pitchFamily="34" charset="0"/>
              <a:ea typeface="Meiryo UI" panose="020B0604030504040204" pitchFamily="34" charset="-128"/>
              <a:cs typeface="Arial" panose="020B0604020202020204" pitchFamily="34" charset="0"/>
            </a:endParaRPr>
          </a:p>
          <a:p>
            <a:pPr marR="6239510" lvl="0">
              <a:spcBef>
                <a:spcPts val="195"/>
              </a:spcBef>
              <a:spcAft>
                <a:spcPts val="0"/>
              </a:spcAft>
              <a:buClr>
                <a:srgbClr val="0562C1"/>
              </a:buClr>
              <a:tabLst>
                <a:tab pos="279400" algn="l"/>
              </a:tabLst>
            </a:pPr>
            <a:r>
              <a:rPr lang="en-US" sz="1400" dirty="0">
                <a:solidFill>
                  <a:srgbClr val="0070C0"/>
                </a:solidFill>
                <a:uFill>
                  <a:solidFill>
                    <a:srgbClr val="000000"/>
                  </a:solidFill>
                </a:uFill>
                <a:latin typeface="Arial" panose="020B0604020202020204" pitchFamily="34" charset="0"/>
                <a:ea typeface="Meiryo UI" panose="020B0604030504040204" pitchFamily="34" charset="-128"/>
                <a:cs typeface="Arial" panose="020B0604020202020204" pitchFamily="34" charset="0"/>
                <a:hlinkClick r:id="rId7" action="ppaction://hlinksldjump"/>
              </a:rPr>
              <a:t>1-4.</a:t>
            </a:r>
            <a:r>
              <a:rPr lang="en-US" altLang="ja-JP" sz="1400" dirty="0">
                <a:solidFill>
                  <a:srgbClr val="0070C0"/>
                </a:solidFill>
                <a:latin typeface="Arial" panose="020B0604020202020204" pitchFamily="34" charset="0"/>
                <a:cs typeface="Arial" panose="020B0604020202020204" pitchFamily="34" charset="0"/>
                <a:hlinkClick r:id="rId7" action="ppaction://hlinksldjump"/>
              </a:rPr>
              <a:t>How to Save Approval Route</a:t>
            </a:r>
            <a:endParaRPr lang="en-IN" altLang="ja-JP" sz="1400" dirty="0">
              <a:solidFill>
                <a:srgbClr val="0070C0"/>
              </a:solidFill>
              <a:latin typeface="Arial" panose="020B0604020202020204" pitchFamily="34" charset="0"/>
              <a:ea typeface="Meiryo UI" panose="020B0604030504040204" pitchFamily="34" charset="-128"/>
              <a:cs typeface="Arial" panose="020B0604020202020204" pitchFamily="34" charset="0"/>
            </a:endParaRPr>
          </a:p>
          <a:p>
            <a:pPr algn="l"/>
            <a:r>
              <a:rPr lang="en-US" sz="1400" dirty="0">
                <a:solidFill>
                  <a:srgbClr val="0070C0"/>
                </a:solidFill>
                <a:uFill>
                  <a:solidFill>
                    <a:srgbClr val="000000"/>
                  </a:solidFill>
                </a:uFill>
                <a:latin typeface="Arial" panose="020B0604020202020204" pitchFamily="34" charset="0"/>
                <a:ea typeface="Meiryo UI" panose="020B0604030504040204" pitchFamily="34" charset="-128"/>
                <a:cs typeface="Arial" panose="020B0604020202020204" pitchFamily="34" charset="0"/>
                <a:hlinkClick r:id="rId8" action="ppaction://hlinksldjump"/>
              </a:rPr>
              <a:t>1-5.</a:t>
            </a:r>
            <a:r>
              <a:rPr lang="en-US" altLang="ja-JP" sz="1400" u="sng" dirty="0">
                <a:solidFill>
                  <a:srgbClr val="0070C0"/>
                </a:solidFill>
                <a:uFill>
                  <a:solidFill>
                    <a:srgbClr val="0562C1"/>
                  </a:solidFill>
                </a:uFill>
                <a:latin typeface="Arial" panose="020B0604020202020204" pitchFamily="34" charset="0"/>
                <a:cs typeface="Arial" panose="020B0604020202020204" pitchFamily="34" charset="0"/>
                <a:hlinkClick r:id="rId8" action="ppaction://hlinksldjump"/>
              </a:rPr>
              <a:t>How to search Approval route</a:t>
            </a:r>
            <a:endParaRPr lang="en-US" altLang="ja-JP" sz="1400" u="sng" dirty="0">
              <a:solidFill>
                <a:srgbClr val="0070C0"/>
              </a:solidFill>
              <a:uFill>
                <a:solidFill>
                  <a:srgbClr val="0562C1"/>
                </a:solidFill>
              </a:uFill>
              <a:latin typeface="Arial" panose="020B0604020202020204" pitchFamily="34" charset="0"/>
              <a:cs typeface="Arial" panose="020B0604020202020204" pitchFamily="34" charset="0"/>
            </a:endParaRPr>
          </a:p>
          <a:p>
            <a:pPr marR="6239510" lvl="0">
              <a:spcBef>
                <a:spcPts val="195"/>
              </a:spcBef>
              <a:spcAft>
                <a:spcPts val="0"/>
              </a:spcAft>
              <a:buClr>
                <a:srgbClr val="0562C1"/>
              </a:buClr>
              <a:tabLst>
                <a:tab pos="279400" algn="l"/>
              </a:tabLst>
            </a:pPr>
            <a:endParaRPr lang="en-US" sz="1400" b="1" u="sng" dirty="0">
              <a:solidFill>
                <a:srgbClr val="0070C0"/>
              </a:solidFill>
              <a:effectLst/>
              <a:latin typeface="Arial" panose="020B0604020202020204" pitchFamily="34" charset="0"/>
              <a:ea typeface="Meiryo UI" panose="020B0604030504040204" pitchFamily="34" charset="-128"/>
              <a:cs typeface="Arial" panose="020B0604020202020204" pitchFamily="34" charset="0"/>
              <a:hlinkClick r:id="" action="ppaction://noaction">
                <a:extLst>
                  <a:ext uri="{A12FA001-AC4F-418D-AE19-62706E023703}">
                    <ahyp:hlinkClr xmlns:ahyp="http://schemas.microsoft.com/office/drawing/2018/hyperlinkcolor" val="tx"/>
                  </a:ext>
                </a:extLst>
              </a:hlinkClick>
            </a:endParaRPr>
          </a:p>
          <a:p>
            <a:pPr marR="6239510" lvl="0">
              <a:spcBef>
                <a:spcPts val="195"/>
              </a:spcBef>
              <a:spcAft>
                <a:spcPts val="0"/>
              </a:spcAft>
              <a:buClr>
                <a:srgbClr val="0562C1"/>
              </a:buClr>
              <a:tabLst>
                <a:tab pos="279400" algn="l"/>
              </a:tabLst>
            </a:pPr>
            <a:r>
              <a:rPr lang="en-US" sz="1400" b="1" u="sng" dirty="0">
                <a:solidFill>
                  <a:srgbClr val="0070C0"/>
                </a:solidFill>
                <a:effectLst/>
                <a:latin typeface="Arial" panose="020B0604020202020204" pitchFamily="34" charset="0"/>
                <a:ea typeface="Meiryo UI" panose="020B0604030504040204" pitchFamily="34" charset="-128"/>
                <a:cs typeface="Arial" panose="020B0604020202020204" pitchFamily="34" charset="0"/>
                <a:hlinkClick r:id="rId9" action="ppaction://hlinksldjump"/>
              </a:rPr>
              <a:t>2. </a:t>
            </a:r>
            <a:r>
              <a:rPr lang="en-US" altLang="ja-JP" sz="1400" b="1" dirty="0">
                <a:solidFill>
                  <a:srgbClr val="0070C0"/>
                </a:solidFill>
                <a:effectLst/>
                <a:uFill>
                  <a:solidFill>
                    <a:srgbClr val="0562C1"/>
                  </a:solidFill>
                </a:uFill>
                <a:latin typeface="Arial" panose="020B0604020202020204" pitchFamily="34" charset="0"/>
                <a:ea typeface="Arial MT"/>
                <a:cs typeface="Arial" panose="020B0604020202020204" pitchFamily="34" charset="0"/>
                <a:hlinkClick r:id="rId9" action="ppaction://hlinksldjump"/>
              </a:rPr>
              <a:t>Approve/Reject</a:t>
            </a:r>
            <a:endParaRPr lang="en-US" sz="1400" b="1" u="sng" dirty="0">
              <a:solidFill>
                <a:srgbClr val="0070C0"/>
              </a:solidFill>
              <a:latin typeface="Arial" panose="020B0604020202020204" pitchFamily="34" charset="0"/>
              <a:ea typeface="Meiryo UI" panose="020B0604030504040204" pitchFamily="34" charset="-128"/>
              <a:cs typeface="Arial" panose="020B0604020202020204" pitchFamily="34" charset="0"/>
            </a:endParaRPr>
          </a:p>
          <a:p>
            <a:pPr marR="6239510">
              <a:spcBef>
                <a:spcPts val="195"/>
              </a:spcBef>
              <a:buClr>
                <a:srgbClr val="0562C1"/>
              </a:buClr>
              <a:tabLst>
                <a:tab pos="279400" algn="l"/>
              </a:tabLst>
            </a:pPr>
            <a:r>
              <a:rPr lang="en-US" sz="1400" u="none" strike="noStrike" dirty="0">
                <a:solidFill>
                  <a:srgbClr val="0070C0"/>
                </a:solidFill>
                <a:effectLst/>
                <a:uFill>
                  <a:solidFill>
                    <a:srgbClr val="000000"/>
                  </a:solidFill>
                </a:uFill>
                <a:latin typeface="Arial" panose="020B0604020202020204" pitchFamily="34" charset="0"/>
                <a:ea typeface="Meiryo UI" panose="020B0604030504040204" pitchFamily="34" charset="-128"/>
                <a:cs typeface="Arial" panose="020B0604020202020204" pitchFamily="34" charset="0"/>
                <a:hlinkClick r:id="rId10" action="ppaction://hlinksldjump"/>
              </a:rPr>
              <a:t>2-1.</a:t>
            </a:r>
            <a:r>
              <a:rPr lang="en-US" altLang="ja-JP" sz="1400" u="sng" dirty="0">
                <a:solidFill>
                  <a:srgbClr val="0070C0"/>
                </a:solidFill>
                <a:uFill>
                  <a:solidFill>
                    <a:srgbClr val="0562C1"/>
                  </a:solidFill>
                </a:uFill>
                <a:latin typeface="Arial" panose="020B0604020202020204" pitchFamily="34" charset="0"/>
                <a:cs typeface="Arial" panose="020B0604020202020204" pitchFamily="34" charset="0"/>
                <a:hlinkClick r:id="rId10" action="ppaction://hlinksldjump"/>
              </a:rPr>
              <a:t>Approve/Reject</a:t>
            </a:r>
            <a:endParaRPr lang="en-IN" sz="1400" u="sng" dirty="0">
              <a:solidFill>
                <a:srgbClr val="0070C0"/>
              </a:solidFill>
              <a:latin typeface="Arial" panose="020B0604020202020204" pitchFamily="34" charset="0"/>
              <a:ea typeface="Meiryo UI" panose="020B0604030504040204" pitchFamily="34" charset="-128"/>
              <a:cs typeface="Arial" panose="020B0604020202020204" pitchFamily="34" charset="0"/>
            </a:endParaRPr>
          </a:p>
          <a:p>
            <a:pPr marR="6239510">
              <a:spcBef>
                <a:spcPts val="195"/>
              </a:spcBef>
              <a:buClr>
                <a:srgbClr val="0562C1"/>
              </a:buClr>
              <a:tabLst>
                <a:tab pos="279400" algn="l"/>
              </a:tabLst>
            </a:pPr>
            <a:r>
              <a:rPr lang="en-US" sz="1400" u="none" strike="noStrike" dirty="0">
                <a:solidFill>
                  <a:srgbClr val="0070C0"/>
                </a:solidFill>
                <a:effectLst/>
                <a:uFill>
                  <a:solidFill>
                    <a:srgbClr val="000000"/>
                  </a:solidFill>
                </a:uFill>
                <a:latin typeface="Arial" panose="020B0604020202020204" pitchFamily="34" charset="0"/>
                <a:ea typeface="Meiryo UI" panose="020B0604030504040204" pitchFamily="34" charset="-128"/>
                <a:cs typeface="Arial" panose="020B0604020202020204" pitchFamily="34" charset="0"/>
                <a:hlinkClick r:id="rId11" action="ppaction://hlinksldjump"/>
              </a:rPr>
              <a:t>2-2.</a:t>
            </a:r>
            <a:r>
              <a:rPr lang="en-US" altLang="ja-JP" sz="1400" u="sng" dirty="0">
                <a:solidFill>
                  <a:srgbClr val="0070C0"/>
                </a:solidFill>
                <a:uFill>
                  <a:solidFill>
                    <a:srgbClr val="0562C1"/>
                  </a:solidFill>
                </a:uFill>
                <a:latin typeface="Arial" panose="020B0604020202020204" pitchFamily="34" charset="0"/>
                <a:cs typeface="Arial" panose="020B0604020202020204" pitchFamily="34" charset="0"/>
                <a:hlinkClick r:id="rId11" action="ppaction://hlinksldjump"/>
              </a:rPr>
              <a:t>Reject by Approver</a:t>
            </a:r>
            <a:endParaRPr lang="en-US" altLang="ja-JP" sz="1400" u="sng" dirty="0">
              <a:solidFill>
                <a:srgbClr val="0070C0"/>
              </a:solidFill>
              <a:uFill>
                <a:solidFill>
                  <a:srgbClr val="0562C1"/>
                </a:solidFill>
              </a:uFill>
              <a:latin typeface="Arial" panose="020B0604020202020204" pitchFamily="34" charset="0"/>
              <a:cs typeface="Arial" panose="020B0604020202020204" pitchFamily="34" charset="0"/>
            </a:endParaRPr>
          </a:p>
          <a:p>
            <a:pPr marR="6239510">
              <a:spcBef>
                <a:spcPts val="195"/>
              </a:spcBef>
              <a:buClr>
                <a:srgbClr val="0562C1"/>
              </a:buClr>
              <a:tabLst>
                <a:tab pos="279400" algn="l"/>
              </a:tabLst>
            </a:pPr>
            <a:r>
              <a:rPr lang="en-US" altLang="ja-JP" sz="1400" u="sng" dirty="0">
                <a:solidFill>
                  <a:srgbClr val="0070C0"/>
                </a:solidFill>
                <a:uFill>
                  <a:solidFill>
                    <a:srgbClr val="0562C1"/>
                  </a:solidFill>
                </a:uFill>
                <a:latin typeface="Arial" panose="020B0604020202020204" pitchFamily="34" charset="0"/>
                <a:cs typeface="Arial" panose="020B0604020202020204" pitchFamily="34" charset="0"/>
                <a:hlinkClick r:id="rId12" action="ppaction://hlinksldjump"/>
              </a:rPr>
              <a:t>2-3. Cancel Approval Request</a:t>
            </a:r>
            <a:endParaRPr lang="en-US" altLang="ja-JP" sz="1400" u="sng" dirty="0">
              <a:solidFill>
                <a:srgbClr val="0070C0"/>
              </a:solidFill>
              <a:uFill>
                <a:solidFill>
                  <a:srgbClr val="0562C1"/>
                </a:solidFill>
              </a:uFill>
              <a:latin typeface="Arial" panose="020B0604020202020204" pitchFamily="34" charset="0"/>
              <a:cs typeface="Arial" panose="020B0604020202020204" pitchFamily="34" charset="0"/>
            </a:endParaRPr>
          </a:p>
          <a:p>
            <a:pPr marR="6239510">
              <a:spcBef>
                <a:spcPts val="195"/>
              </a:spcBef>
              <a:buClr>
                <a:srgbClr val="0562C1"/>
              </a:buClr>
              <a:tabLst>
                <a:tab pos="279400" algn="l"/>
              </a:tabLst>
            </a:pPr>
            <a:r>
              <a:rPr lang="en-US" altLang="ja-JP" sz="1400" u="sng" dirty="0">
                <a:solidFill>
                  <a:srgbClr val="0070C0"/>
                </a:solidFill>
                <a:uFill>
                  <a:solidFill>
                    <a:srgbClr val="0562C1"/>
                  </a:solidFill>
                </a:uFill>
                <a:latin typeface="Arial" panose="020B0604020202020204" pitchFamily="34" charset="0"/>
                <a:cs typeface="Arial" panose="020B0604020202020204" pitchFamily="34" charset="0"/>
                <a:hlinkClick r:id="rId13" action="ppaction://hlinksldjump"/>
              </a:rPr>
              <a:t>2-4. Recall Approval by approver</a:t>
            </a:r>
            <a:br>
              <a:rPr lang="en-US" altLang="ja-JP" sz="1400" u="sng" dirty="0">
                <a:solidFill>
                  <a:srgbClr val="0070C0"/>
                </a:solidFill>
                <a:uFill>
                  <a:solidFill>
                    <a:srgbClr val="0562C1"/>
                  </a:solidFill>
                </a:uFill>
                <a:latin typeface="Arial" panose="020B0604020202020204" pitchFamily="34" charset="0"/>
                <a:cs typeface="Arial" panose="020B0604020202020204" pitchFamily="34" charset="0"/>
              </a:rPr>
            </a:br>
            <a:r>
              <a:rPr lang="en-US" altLang="ja-JP" sz="1400" u="sng" dirty="0">
                <a:solidFill>
                  <a:srgbClr val="0070C0"/>
                </a:solidFill>
                <a:uFill>
                  <a:solidFill>
                    <a:srgbClr val="0562C1"/>
                  </a:solidFill>
                </a:uFill>
                <a:latin typeface="Arial" panose="020B0604020202020204" pitchFamily="34" charset="0"/>
                <a:cs typeface="Arial" panose="020B0604020202020204" pitchFamily="34" charset="0"/>
                <a:hlinkClick r:id="rId14" action="ppaction://hlinksldjump"/>
              </a:rPr>
              <a:t>2-5. </a:t>
            </a:r>
            <a:r>
              <a:rPr kumimoji="1" lang="en-US" altLang="ja-JP" sz="1400" dirty="0">
                <a:hlinkClick r:id="rId14" action="ppaction://hlinksldjump"/>
              </a:rPr>
              <a:t>Attachment edit/Replace in progress document</a:t>
            </a:r>
            <a:endParaRPr lang="en-US" altLang="ja-JP" sz="1400" u="sng" dirty="0">
              <a:solidFill>
                <a:srgbClr val="0070C0"/>
              </a:solidFill>
              <a:uFill>
                <a:solidFill>
                  <a:srgbClr val="0562C1"/>
                </a:solidFill>
              </a:uFill>
              <a:latin typeface="Arial" panose="020B0604020202020204" pitchFamily="34" charset="0"/>
              <a:cs typeface="Arial" panose="020B0604020202020204" pitchFamily="34" charset="0"/>
            </a:endParaRPr>
          </a:p>
          <a:p>
            <a:pPr marR="6239510">
              <a:spcBef>
                <a:spcPts val="195"/>
              </a:spcBef>
              <a:buClr>
                <a:srgbClr val="0562C1"/>
              </a:buClr>
              <a:tabLst>
                <a:tab pos="279400" algn="l"/>
              </a:tabLst>
            </a:pPr>
            <a:endParaRPr lang="en-US" altLang="ja-JP" sz="1400" u="sng" dirty="0">
              <a:solidFill>
                <a:srgbClr val="0070C0"/>
              </a:solidFill>
              <a:uFill>
                <a:solidFill>
                  <a:srgbClr val="0562C1"/>
                </a:solidFill>
              </a:uFill>
              <a:latin typeface="Arial" panose="020B0604020202020204" pitchFamily="34" charset="0"/>
              <a:cs typeface="Arial" panose="020B0604020202020204" pitchFamily="34" charset="0"/>
            </a:endParaRPr>
          </a:p>
          <a:p>
            <a:pPr marR="6239510">
              <a:spcBef>
                <a:spcPts val="195"/>
              </a:spcBef>
              <a:buClr>
                <a:srgbClr val="0562C1"/>
              </a:buClr>
              <a:tabLst>
                <a:tab pos="279400" algn="l"/>
              </a:tabLst>
            </a:pPr>
            <a:r>
              <a:rPr lang="en-US" altLang="ja-JP" sz="1400" b="1" u="sng" dirty="0">
                <a:solidFill>
                  <a:srgbClr val="0070C0"/>
                </a:solidFill>
                <a:uFill>
                  <a:solidFill>
                    <a:srgbClr val="0562C1"/>
                  </a:solidFill>
                </a:uFill>
                <a:latin typeface="Arial" panose="020B0604020202020204" pitchFamily="34" charset="0"/>
                <a:cs typeface="Arial" panose="020B0604020202020204" pitchFamily="34" charset="0"/>
                <a:hlinkClick r:id="rId15" action="ppaction://hlinksldjump"/>
              </a:rPr>
              <a:t>3. Approval Workflow History</a:t>
            </a:r>
            <a:endParaRPr lang="en-US" sz="1400" b="1" dirty="0">
              <a:solidFill>
                <a:srgbClr val="0070C0"/>
              </a:solidFill>
              <a:latin typeface="Arial" panose="020B0604020202020204" pitchFamily="34" charset="0"/>
              <a:ea typeface="Meiryo UI" panose="020B0604030504040204" pitchFamily="34" charset="-128"/>
              <a:cs typeface="Arial" panose="020B0604020202020204" pitchFamily="34" charset="0"/>
            </a:endParaRPr>
          </a:p>
          <a:p>
            <a:pPr algn="l"/>
            <a:br>
              <a:rPr lang="en-US" sz="1400" u="none" strike="noStrike" dirty="0">
                <a:solidFill>
                  <a:srgbClr val="0070C0"/>
                </a:solidFill>
                <a:effectLst/>
                <a:uFill>
                  <a:solidFill>
                    <a:srgbClr val="000000"/>
                  </a:solidFill>
                </a:uFill>
                <a:latin typeface="Arial" panose="020B0604020202020204" pitchFamily="34" charset="0"/>
                <a:ea typeface="Meiryo" panose="020B0604030504040204" pitchFamily="34" charset="-128"/>
                <a:cs typeface="Arial" panose="020B0604020202020204" pitchFamily="34" charset="0"/>
              </a:rPr>
            </a:br>
            <a:br>
              <a:rPr lang="en-IN" altLang="ja-JP" sz="1400" dirty="0">
                <a:solidFill>
                  <a:srgbClr val="0070C0"/>
                </a:solidFill>
                <a:uFill>
                  <a:solidFill>
                    <a:srgbClr val="000000"/>
                  </a:solidFill>
                </a:uFill>
                <a:latin typeface="Arial" panose="020B0604020202020204" pitchFamily="34" charset="0"/>
                <a:ea typeface="Meiryo" panose="020B0604030504040204" pitchFamily="34" charset="-128"/>
                <a:cs typeface="Arial" panose="020B0604020202020204" pitchFamily="34" charset="0"/>
              </a:rPr>
            </a:br>
            <a:endParaRPr lang="en-IN" altLang="ja-JP" sz="1400" dirty="0">
              <a:solidFill>
                <a:srgbClr val="0070C0"/>
              </a:solidFill>
              <a:latin typeface="Arial" panose="020B0604020202020204" pitchFamily="34" charset="0"/>
              <a:ea typeface="Meiryo UI" panose="020B0604030504040204" pitchFamily="34" charset="-128"/>
              <a:cs typeface="Arial" panose="020B0604020202020204" pitchFamily="34" charset="0"/>
            </a:endParaRPr>
          </a:p>
        </p:txBody>
      </p:sp>
    </p:spTree>
    <p:extLst>
      <p:ext uri="{BB962C8B-B14F-4D97-AF65-F5344CB8AC3E}">
        <p14:creationId xmlns:p14="http://schemas.microsoft.com/office/powerpoint/2010/main" val="3703113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492CF0-6A44-5BEA-D024-242ACCCBADA8}"/>
              </a:ext>
            </a:extLst>
          </p:cNvPr>
          <p:cNvSpPr txBox="1"/>
          <p:nvPr/>
        </p:nvSpPr>
        <p:spPr>
          <a:xfrm>
            <a:off x="2719388" y="2729984"/>
            <a:ext cx="6105524" cy="369332"/>
          </a:xfrm>
          <a:prstGeom prst="rect">
            <a:avLst/>
          </a:prstGeom>
          <a:noFill/>
        </p:spPr>
        <p:txBody>
          <a:bodyPr wrap="square">
            <a:spAutoFit/>
          </a:bodyPr>
          <a:lstStyle/>
          <a:p>
            <a:pPr algn="ctr"/>
            <a:r>
              <a:rPr lang="en-US" altLang="ja-JP" sz="1800" b="1" dirty="0">
                <a:latin typeface="Meiryo UI" panose="020B0604030504040204" pitchFamily="50" charset="-128"/>
                <a:ea typeface="Meiryo UI" panose="020B0604030504040204" pitchFamily="50" charset="-128"/>
              </a:rPr>
              <a:t>Request Process</a:t>
            </a:r>
            <a:endParaRPr lang="ja-JP" altLang="en-US" sz="1800" b="1" dirty="0"/>
          </a:p>
        </p:txBody>
      </p:sp>
    </p:spTree>
    <p:extLst>
      <p:ext uri="{BB962C8B-B14F-4D97-AF65-F5344CB8AC3E}">
        <p14:creationId xmlns:p14="http://schemas.microsoft.com/office/powerpoint/2010/main" val="3470979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0D0F922-545A-27BD-F858-3358A58E056C}"/>
              </a:ext>
            </a:extLst>
          </p:cNvPr>
          <p:cNvPicPr>
            <a:picLocks noChangeAspect="1"/>
          </p:cNvPicPr>
          <p:nvPr/>
        </p:nvPicPr>
        <p:blipFill>
          <a:blip r:embed="rId2"/>
          <a:stretch>
            <a:fillRect/>
          </a:stretch>
        </p:blipFill>
        <p:spPr>
          <a:xfrm>
            <a:off x="55053" y="1338495"/>
            <a:ext cx="8415617" cy="4791209"/>
          </a:xfrm>
          <a:prstGeom prst="rect">
            <a:avLst/>
          </a:prstGeom>
        </p:spPr>
      </p:pic>
      <p:sp>
        <p:nvSpPr>
          <p:cNvPr id="2" name="タイトル 1">
            <a:extLst>
              <a:ext uri="{FF2B5EF4-FFF2-40B4-BE49-F238E27FC236}">
                <a16:creationId xmlns:a16="http://schemas.microsoft.com/office/drawing/2014/main" id="{4B7EA0D1-1E76-CCC9-1824-438ED9814A3B}"/>
              </a:ext>
            </a:extLst>
          </p:cNvPr>
          <p:cNvSpPr txBox="1">
            <a:spLocks/>
          </p:cNvSpPr>
          <p:nvPr/>
        </p:nvSpPr>
        <p:spPr>
          <a:xfrm>
            <a:off x="0" y="-18288"/>
            <a:ext cx="9753600" cy="536575"/>
          </a:xfrm>
          <a:prstGeom prst="rect">
            <a:avLst/>
          </a:prstGeom>
        </p:spPr>
        <p:txBody>
          <a:bodyPr/>
          <a:lstStyle>
            <a:lvl1pPr algn="l" rtl="0" eaLnBrk="1" fontAlgn="base" hangingPunct="1">
              <a:spcBef>
                <a:spcPct val="0"/>
              </a:spcBef>
              <a:spcAft>
                <a:spcPct val="0"/>
              </a:spcAft>
              <a:defRPr kumimoji="1" sz="2100">
                <a:solidFill>
                  <a:srgbClr val="000000"/>
                </a:solidFill>
                <a:latin typeface="Verdana" pitchFamily="34" charset="0"/>
                <a:ea typeface="+mj-ea"/>
                <a:cs typeface="Verdana" pitchFamily="34" charset="0"/>
              </a:defRPr>
            </a:lvl1pPr>
            <a:lvl2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2pPr>
            <a:lvl3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3pPr>
            <a:lvl4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4pPr>
            <a:lvl5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5pPr>
            <a:lvl6pPr marL="3429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6pPr>
            <a:lvl7pPr marL="6858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7pPr>
            <a:lvl8pPr marL="10287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8pPr>
            <a:lvl9pPr marL="13716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9pPr>
          </a:lstStyle>
          <a:p>
            <a:r>
              <a:rPr lang="en-US" altLang="ja-JP" kern="0" dirty="0"/>
              <a:t>1-1. Approval request</a:t>
            </a:r>
            <a:endParaRPr lang="ja-JP" altLang="en-US" kern="0" dirty="0"/>
          </a:p>
        </p:txBody>
      </p:sp>
      <p:sp>
        <p:nvSpPr>
          <p:cNvPr id="4" name="TextBox 3">
            <a:extLst>
              <a:ext uri="{FF2B5EF4-FFF2-40B4-BE49-F238E27FC236}">
                <a16:creationId xmlns:a16="http://schemas.microsoft.com/office/drawing/2014/main" id="{25C33DB4-CC38-EFF3-96DF-2F449ACCF273}"/>
              </a:ext>
            </a:extLst>
          </p:cNvPr>
          <p:cNvSpPr txBox="1"/>
          <p:nvPr/>
        </p:nvSpPr>
        <p:spPr>
          <a:xfrm>
            <a:off x="-7620" y="614095"/>
            <a:ext cx="11629644" cy="738664"/>
          </a:xfrm>
          <a:prstGeom prst="rect">
            <a:avLst/>
          </a:prstGeom>
          <a:noFill/>
        </p:spPr>
        <p:txBody>
          <a:bodyPr wrap="square">
            <a:spAutoFit/>
          </a:bodyPr>
          <a:lstStyle/>
          <a:p>
            <a:r>
              <a:rPr lang="en-IN" sz="1400" dirty="0">
                <a:latin typeface="Meiryo UI" panose="020B0604030504040204" pitchFamily="34" charset="-128"/>
                <a:ea typeface="Meiryo UI" panose="020B0604030504040204" pitchFamily="34" charset="-128"/>
              </a:rPr>
              <a:t>Step 1: To obtain approval, start the approval workflow with the steps below:</a:t>
            </a:r>
          </a:p>
          <a:p>
            <a:pPr marL="342900" indent="-342900">
              <a:buAutoNum type="alphaLcParenR"/>
            </a:pPr>
            <a:r>
              <a:rPr lang="en-IN" sz="1400" dirty="0">
                <a:latin typeface="Meiryo UI" panose="020B0604030504040204" pitchFamily="34" charset="-128"/>
                <a:ea typeface="Meiryo UI" panose="020B0604030504040204" pitchFamily="34" charset="-128"/>
              </a:rPr>
              <a:t>Only the author of the document can start the approval process.</a:t>
            </a:r>
          </a:p>
          <a:p>
            <a:pPr marL="342900" indent="-342900">
              <a:buAutoNum type="alphaLcParenR"/>
            </a:pPr>
            <a:r>
              <a:rPr lang="en-IN" sz="1400" dirty="0">
                <a:latin typeface="Meiryo UI" panose="020B0604030504040204" pitchFamily="34" charset="-128"/>
                <a:ea typeface="Meiryo UI" panose="020B0604030504040204" pitchFamily="34" charset="-128"/>
              </a:rPr>
              <a:t>The status of the document should be in draft.</a:t>
            </a:r>
          </a:p>
        </p:txBody>
      </p:sp>
      <p:sp>
        <p:nvSpPr>
          <p:cNvPr id="11" name="角丸四角形 26">
            <a:extLst>
              <a:ext uri="{FF2B5EF4-FFF2-40B4-BE49-F238E27FC236}">
                <a16:creationId xmlns:a16="http://schemas.microsoft.com/office/drawing/2014/main" id="{983C98C5-0C8E-4EA0-AB2C-BDCCB33C3406}"/>
              </a:ext>
            </a:extLst>
          </p:cNvPr>
          <p:cNvSpPr/>
          <p:nvPr/>
        </p:nvSpPr>
        <p:spPr>
          <a:xfrm>
            <a:off x="182879" y="3079473"/>
            <a:ext cx="1591057" cy="179815"/>
          </a:xfrm>
          <a:prstGeom prst="roundRect">
            <a:avLst>
              <a:gd name="adj" fmla="val 16667"/>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12" name="Speech Bubble: Rectangle 11">
            <a:extLst>
              <a:ext uri="{FF2B5EF4-FFF2-40B4-BE49-F238E27FC236}">
                <a16:creationId xmlns:a16="http://schemas.microsoft.com/office/drawing/2014/main" id="{40EA15AF-71F5-1C94-2659-2A0550D8A9C1}"/>
              </a:ext>
            </a:extLst>
          </p:cNvPr>
          <p:cNvSpPr/>
          <p:nvPr/>
        </p:nvSpPr>
        <p:spPr bwMode="auto">
          <a:xfrm>
            <a:off x="1684400" y="3401569"/>
            <a:ext cx="1724026" cy="292607"/>
          </a:xfrm>
          <a:prstGeom prst="wedgeRectCallout">
            <a:avLst>
              <a:gd name="adj1" fmla="val -43676"/>
              <a:gd name="adj2" fmla="val -143356"/>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000" dirty="0">
                <a:latin typeface="Meiryo UI" panose="020B0604030504040204" pitchFamily="34" charset="-128"/>
                <a:ea typeface="Meiryo UI" panose="020B0604030504040204" pitchFamily="34" charset="-128"/>
              </a:rPr>
              <a:t>①The status is in Draft</a:t>
            </a:r>
            <a:endParaRPr kumimoji="1" lang="en-IN" sz="1000" b="0" i="0" u="none" strike="noStrike" cap="none" normalizeH="0" baseline="0" dirty="0">
              <a:ln>
                <a:noFill/>
              </a:ln>
              <a:effectLst/>
              <a:latin typeface="Meiryo UI" panose="020B0604030504040204" pitchFamily="34" charset="-128"/>
              <a:ea typeface="Meiryo UI" panose="020B0604030504040204" pitchFamily="34" charset="-128"/>
            </a:endParaRPr>
          </a:p>
        </p:txBody>
      </p:sp>
      <p:pic>
        <p:nvPicPr>
          <p:cNvPr id="17" name="Picture 16">
            <a:extLst>
              <a:ext uri="{FF2B5EF4-FFF2-40B4-BE49-F238E27FC236}">
                <a16:creationId xmlns:a16="http://schemas.microsoft.com/office/drawing/2014/main" id="{67BE5796-406A-129C-4A4C-3E33AAFE83FF}"/>
              </a:ext>
            </a:extLst>
          </p:cNvPr>
          <p:cNvPicPr>
            <a:picLocks noChangeAspect="1"/>
          </p:cNvPicPr>
          <p:nvPr/>
        </p:nvPicPr>
        <p:blipFill rotWithShape="1">
          <a:blip r:embed="rId3"/>
          <a:srcRect l="12943"/>
          <a:stretch/>
        </p:blipFill>
        <p:spPr>
          <a:xfrm>
            <a:off x="6867364" y="1393050"/>
            <a:ext cx="1294036" cy="1776330"/>
          </a:xfrm>
          <a:prstGeom prst="rect">
            <a:avLst/>
          </a:prstGeom>
        </p:spPr>
      </p:pic>
      <p:sp>
        <p:nvSpPr>
          <p:cNvPr id="18" name="Speech Bubble: Rectangle 17">
            <a:extLst>
              <a:ext uri="{FF2B5EF4-FFF2-40B4-BE49-F238E27FC236}">
                <a16:creationId xmlns:a16="http://schemas.microsoft.com/office/drawing/2014/main" id="{2476BCB6-22F1-477B-CB1B-453BF1AD2205}"/>
              </a:ext>
            </a:extLst>
          </p:cNvPr>
          <p:cNvSpPr/>
          <p:nvPr/>
        </p:nvSpPr>
        <p:spPr bwMode="auto">
          <a:xfrm>
            <a:off x="7899272" y="1856725"/>
            <a:ext cx="2588896" cy="374411"/>
          </a:xfrm>
          <a:prstGeom prst="wedgeRectCallout">
            <a:avLst>
              <a:gd name="adj1" fmla="val -43676"/>
              <a:gd name="adj2" fmla="val -143356"/>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000" dirty="0">
                <a:latin typeface="Meiryo UI" panose="020B0604030504040204" pitchFamily="34" charset="-128"/>
                <a:ea typeface="Meiryo UI" panose="020B0604030504040204" pitchFamily="34" charset="-128"/>
              </a:rPr>
              <a:t>② Click on this Icon  in the top right of the detailed document screen </a:t>
            </a:r>
            <a:endParaRPr kumimoji="1" lang="en-IN" sz="1000" b="0" i="0" u="none" strike="noStrike" cap="none" normalizeH="0" baseline="0" dirty="0">
              <a:ln>
                <a:noFill/>
              </a:ln>
              <a:effectLst/>
              <a:latin typeface="Meiryo UI" panose="020B0604030504040204" pitchFamily="34" charset="-128"/>
              <a:ea typeface="Meiryo UI" panose="020B0604030504040204" pitchFamily="34" charset="-128"/>
            </a:endParaRPr>
          </a:p>
        </p:txBody>
      </p:sp>
      <p:sp>
        <p:nvSpPr>
          <p:cNvPr id="19" name="Speech Bubble: Rectangle 18">
            <a:extLst>
              <a:ext uri="{FF2B5EF4-FFF2-40B4-BE49-F238E27FC236}">
                <a16:creationId xmlns:a16="http://schemas.microsoft.com/office/drawing/2014/main" id="{CB57039E-561C-F1DE-E7AA-EE3E7F3B1416}"/>
              </a:ext>
            </a:extLst>
          </p:cNvPr>
          <p:cNvSpPr/>
          <p:nvPr/>
        </p:nvSpPr>
        <p:spPr bwMode="auto">
          <a:xfrm>
            <a:off x="7446117" y="3391312"/>
            <a:ext cx="2588896" cy="374411"/>
          </a:xfrm>
          <a:prstGeom prst="wedgeRectCallout">
            <a:avLst>
              <a:gd name="adj1" fmla="val -43676"/>
              <a:gd name="adj2" fmla="val -143356"/>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IN" sz="1000" b="0" i="0" u="none" strike="noStrike" cap="none" normalizeH="0" baseline="0" dirty="0">
                <a:ln>
                  <a:noFill/>
                </a:ln>
                <a:effectLst/>
                <a:latin typeface="Meiryo UI" panose="020B0604030504040204" pitchFamily="34" charset="-128"/>
                <a:ea typeface="Meiryo UI" panose="020B0604030504040204" pitchFamily="34" charset="-128"/>
              </a:rPr>
              <a:t>③ Click on ‘Start Process’</a:t>
            </a:r>
          </a:p>
        </p:txBody>
      </p:sp>
      <p:pic>
        <p:nvPicPr>
          <p:cNvPr id="21" name="Picture 20">
            <a:extLst>
              <a:ext uri="{FF2B5EF4-FFF2-40B4-BE49-F238E27FC236}">
                <a16:creationId xmlns:a16="http://schemas.microsoft.com/office/drawing/2014/main" id="{BCD52EF2-693C-BC49-0673-4F990E8E276B}"/>
              </a:ext>
            </a:extLst>
          </p:cNvPr>
          <p:cNvPicPr>
            <a:picLocks noChangeAspect="1"/>
          </p:cNvPicPr>
          <p:nvPr/>
        </p:nvPicPr>
        <p:blipFill>
          <a:blip r:embed="rId4"/>
          <a:stretch>
            <a:fillRect/>
          </a:stretch>
        </p:blipFill>
        <p:spPr>
          <a:xfrm>
            <a:off x="8801100" y="4499058"/>
            <a:ext cx="2913507" cy="1179804"/>
          </a:xfrm>
          <a:prstGeom prst="rect">
            <a:avLst/>
          </a:prstGeom>
        </p:spPr>
      </p:pic>
      <p:cxnSp>
        <p:nvCxnSpPr>
          <p:cNvPr id="23" name="Straight Arrow Connector 22">
            <a:extLst>
              <a:ext uri="{FF2B5EF4-FFF2-40B4-BE49-F238E27FC236}">
                <a16:creationId xmlns:a16="http://schemas.microsoft.com/office/drawing/2014/main" id="{B05FCF86-4341-9103-310A-7658AA873417}"/>
              </a:ext>
            </a:extLst>
          </p:cNvPr>
          <p:cNvCxnSpPr/>
          <p:nvPr/>
        </p:nvCxnSpPr>
        <p:spPr bwMode="auto">
          <a:xfrm>
            <a:off x="9061704" y="3765723"/>
            <a:ext cx="0" cy="765379"/>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角丸四角形 26">
            <a:extLst>
              <a:ext uri="{FF2B5EF4-FFF2-40B4-BE49-F238E27FC236}">
                <a16:creationId xmlns:a16="http://schemas.microsoft.com/office/drawing/2014/main" id="{6D66AFF9-28DB-96AC-40D0-F61AB471ADB1}"/>
              </a:ext>
            </a:extLst>
          </p:cNvPr>
          <p:cNvSpPr/>
          <p:nvPr/>
        </p:nvSpPr>
        <p:spPr>
          <a:xfrm>
            <a:off x="10835640" y="5368729"/>
            <a:ext cx="1008229" cy="301427"/>
          </a:xfrm>
          <a:prstGeom prst="roundRect">
            <a:avLst>
              <a:gd name="adj" fmla="val 16667"/>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28" name="TextBox 27">
            <a:extLst>
              <a:ext uri="{FF2B5EF4-FFF2-40B4-BE49-F238E27FC236}">
                <a16:creationId xmlns:a16="http://schemas.microsoft.com/office/drawing/2014/main" id="{B093E936-3D2C-8058-E9B6-88EC70A293F5}"/>
              </a:ext>
            </a:extLst>
          </p:cNvPr>
          <p:cNvSpPr txBox="1"/>
          <p:nvPr/>
        </p:nvSpPr>
        <p:spPr>
          <a:xfrm>
            <a:off x="11018520" y="5051808"/>
            <a:ext cx="237744" cy="307777"/>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④</a:t>
            </a:r>
          </a:p>
        </p:txBody>
      </p:sp>
      <p:sp>
        <p:nvSpPr>
          <p:cNvPr id="29" name="TextBox 28">
            <a:extLst>
              <a:ext uri="{FF2B5EF4-FFF2-40B4-BE49-F238E27FC236}">
                <a16:creationId xmlns:a16="http://schemas.microsoft.com/office/drawing/2014/main" id="{FDA5C924-DA71-6A47-6987-8307072E0B9D}"/>
              </a:ext>
            </a:extLst>
          </p:cNvPr>
          <p:cNvSpPr txBox="1"/>
          <p:nvPr/>
        </p:nvSpPr>
        <p:spPr>
          <a:xfrm>
            <a:off x="9262872" y="5797296"/>
            <a:ext cx="2788920" cy="415498"/>
          </a:xfrm>
          <a:prstGeom prst="rect">
            <a:avLst/>
          </a:prstGeom>
          <a:noFill/>
        </p:spPr>
        <p:txBody>
          <a:bodyPr wrap="square" rtlCol="0">
            <a:spAutoFit/>
          </a:bodyPr>
          <a:lstStyle/>
          <a:p>
            <a:r>
              <a:rPr lang="en-IN" sz="1050" dirty="0">
                <a:latin typeface="Meiryo UI" panose="020B0604030504040204" pitchFamily="34" charset="-128"/>
                <a:ea typeface="Meiryo UI" panose="020B0604030504040204" pitchFamily="34" charset="-128"/>
              </a:rPr>
              <a:t>④ Click on Start button to start the approval process</a:t>
            </a:r>
          </a:p>
        </p:txBody>
      </p:sp>
    </p:spTree>
    <p:extLst>
      <p:ext uri="{BB962C8B-B14F-4D97-AF65-F5344CB8AC3E}">
        <p14:creationId xmlns:p14="http://schemas.microsoft.com/office/powerpoint/2010/main" val="3243306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AC92FD-9E15-7745-92FA-D88B7A494710}"/>
              </a:ext>
            </a:extLst>
          </p:cNvPr>
          <p:cNvSpPr txBox="1"/>
          <p:nvPr/>
        </p:nvSpPr>
        <p:spPr>
          <a:xfrm>
            <a:off x="-84582" y="617327"/>
            <a:ext cx="11679174" cy="307777"/>
          </a:xfrm>
          <a:prstGeom prst="rect">
            <a:avLst/>
          </a:prstGeom>
          <a:noFill/>
        </p:spPr>
        <p:txBody>
          <a:bodyPr wrap="square">
            <a:spAutoFit/>
          </a:bodyPr>
          <a:lstStyle/>
          <a:p>
            <a:r>
              <a:rPr lang="en-IN" sz="1400" dirty="0">
                <a:latin typeface="Meiryo UI" panose="020B0604030504040204" pitchFamily="34" charset="-128"/>
                <a:ea typeface="Meiryo UI" panose="020B0604030504040204" pitchFamily="34" charset="-128"/>
              </a:rPr>
              <a:t>Step 2: The following screen will appear. Click the "Process" button in the black bar to enter the approval workflow screen</a:t>
            </a:r>
            <a:r>
              <a:rPr lang="en-IN" sz="1050" dirty="0">
                <a:latin typeface="Meiryo UI" panose="020B0604030504040204" pitchFamily="34" charset="-128"/>
                <a:ea typeface="Meiryo UI" panose="020B0604030504040204" pitchFamily="34" charset="-128"/>
              </a:rPr>
              <a:t>.</a:t>
            </a:r>
          </a:p>
        </p:txBody>
      </p:sp>
      <p:sp>
        <p:nvSpPr>
          <p:cNvPr id="4" name="タイトル 1">
            <a:extLst>
              <a:ext uri="{FF2B5EF4-FFF2-40B4-BE49-F238E27FC236}">
                <a16:creationId xmlns:a16="http://schemas.microsoft.com/office/drawing/2014/main" id="{8F3FAABA-7D98-8186-1298-17EAAD370E3D}"/>
              </a:ext>
            </a:extLst>
          </p:cNvPr>
          <p:cNvSpPr txBox="1">
            <a:spLocks/>
          </p:cNvSpPr>
          <p:nvPr/>
        </p:nvSpPr>
        <p:spPr>
          <a:xfrm>
            <a:off x="0" y="-18288"/>
            <a:ext cx="9753600" cy="536575"/>
          </a:xfrm>
          <a:prstGeom prst="rect">
            <a:avLst/>
          </a:prstGeom>
        </p:spPr>
        <p:txBody>
          <a:bodyPr/>
          <a:lstStyle>
            <a:lvl1pPr algn="l" rtl="0" eaLnBrk="1" fontAlgn="base" hangingPunct="1">
              <a:spcBef>
                <a:spcPct val="0"/>
              </a:spcBef>
              <a:spcAft>
                <a:spcPct val="0"/>
              </a:spcAft>
              <a:defRPr kumimoji="1" sz="2100">
                <a:solidFill>
                  <a:srgbClr val="000000"/>
                </a:solidFill>
                <a:latin typeface="Verdana" pitchFamily="34" charset="0"/>
                <a:ea typeface="+mj-ea"/>
                <a:cs typeface="Verdana" pitchFamily="34" charset="0"/>
              </a:defRPr>
            </a:lvl1pPr>
            <a:lvl2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2pPr>
            <a:lvl3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3pPr>
            <a:lvl4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4pPr>
            <a:lvl5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5pPr>
            <a:lvl6pPr marL="3429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6pPr>
            <a:lvl7pPr marL="6858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7pPr>
            <a:lvl8pPr marL="10287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8pPr>
            <a:lvl9pPr marL="13716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9pPr>
          </a:lstStyle>
          <a:p>
            <a:r>
              <a:rPr lang="en-US" altLang="ja-JP" kern="0" dirty="0"/>
              <a:t> 1-1. Approval request</a:t>
            </a:r>
            <a:endParaRPr lang="ja-JP" altLang="en-US" kern="0" dirty="0"/>
          </a:p>
        </p:txBody>
      </p:sp>
      <p:pic>
        <p:nvPicPr>
          <p:cNvPr id="6" name="Picture 5">
            <a:extLst>
              <a:ext uri="{FF2B5EF4-FFF2-40B4-BE49-F238E27FC236}">
                <a16:creationId xmlns:a16="http://schemas.microsoft.com/office/drawing/2014/main" id="{846977AE-5AD3-8CF1-7B1A-403C64ED6CA6}"/>
              </a:ext>
            </a:extLst>
          </p:cNvPr>
          <p:cNvPicPr>
            <a:picLocks noChangeAspect="1"/>
          </p:cNvPicPr>
          <p:nvPr/>
        </p:nvPicPr>
        <p:blipFill>
          <a:blip r:embed="rId2"/>
          <a:stretch>
            <a:fillRect/>
          </a:stretch>
        </p:blipFill>
        <p:spPr>
          <a:xfrm>
            <a:off x="1261872" y="880490"/>
            <a:ext cx="8942457" cy="5097019"/>
          </a:xfrm>
          <a:prstGeom prst="rect">
            <a:avLst/>
          </a:prstGeom>
        </p:spPr>
      </p:pic>
      <p:sp>
        <p:nvSpPr>
          <p:cNvPr id="7" name="角丸四角形 26">
            <a:extLst>
              <a:ext uri="{FF2B5EF4-FFF2-40B4-BE49-F238E27FC236}">
                <a16:creationId xmlns:a16="http://schemas.microsoft.com/office/drawing/2014/main" id="{144C0EE0-2DC1-FE46-EF0A-77068896AC07}"/>
              </a:ext>
            </a:extLst>
          </p:cNvPr>
          <p:cNvSpPr/>
          <p:nvPr/>
        </p:nvSpPr>
        <p:spPr>
          <a:xfrm>
            <a:off x="9196100" y="2173548"/>
            <a:ext cx="1008229" cy="357492"/>
          </a:xfrm>
          <a:prstGeom prst="roundRect">
            <a:avLst>
              <a:gd name="adj" fmla="val 16667"/>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9" name="TextBox 8">
            <a:extLst>
              <a:ext uri="{FF2B5EF4-FFF2-40B4-BE49-F238E27FC236}">
                <a16:creationId xmlns:a16="http://schemas.microsoft.com/office/drawing/2014/main" id="{A9E172C6-1EFA-83E2-87A5-3EF531C6B688}"/>
              </a:ext>
            </a:extLst>
          </p:cNvPr>
          <p:cNvSpPr txBox="1"/>
          <p:nvPr/>
        </p:nvSpPr>
        <p:spPr>
          <a:xfrm>
            <a:off x="8906256" y="2119169"/>
            <a:ext cx="436148" cy="313135"/>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⑤</a:t>
            </a:r>
          </a:p>
        </p:txBody>
      </p:sp>
      <p:sp>
        <p:nvSpPr>
          <p:cNvPr id="10" name="TextBox 9">
            <a:extLst>
              <a:ext uri="{FF2B5EF4-FFF2-40B4-BE49-F238E27FC236}">
                <a16:creationId xmlns:a16="http://schemas.microsoft.com/office/drawing/2014/main" id="{D04287CF-1BE9-28C9-C583-5ECCD8F821AB}"/>
              </a:ext>
            </a:extLst>
          </p:cNvPr>
          <p:cNvSpPr txBox="1"/>
          <p:nvPr/>
        </p:nvSpPr>
        <p:spPr>
          <a:xfrm>
            <a:off x="10166179" y="2214832"/>
            <a:ext cx="2020824" cy="253916"/>
          </a:xfrm>
          <a:prstGeom prst="rect">
            <a:avLst/>
          </a:prstGeom>
          <a:noFill/>
        </p:spPr>
        <p:txBody>
          <a:bodyPr wrap="square" rtlCol="0">
            <a:spAutoFit/>
          </a:bodyPr>
          <a:lstStyle/>
          <a:p>
            <a:r>
              <a:rPr lang="en-IN" sz="1050" dirty="0">
                <a:latin typeface="Meiryo UI" panose="020B0604030504040204" pitchFamily="34" charset="-128"/>
                <a:ea typeface="Meiryo UI" panose="020B0604030504040204" pitchFamily="34" charset="-128"/>
              </a:rPr>
              <a:t>⑤ Click on Process button </a:t>
            </a:r>
          </a:p>
        </p:txBody>
      </p:sp>
      <p:sp>
        <p:nvSpPr>
          <p:cNvPr id="13" name="Speech Bubble: Rectangle 12">
            <a:extLst>
              <a:ext uri="{FF2B5EF4-FFF2-40B4-BE49-F238E27FC236}">
                <a16:creationId xmlns:a16="http://schemas.microsoft.com/office/drawing/2014/main" id="{0C095CA5-6424-5263-82E3-EA896F2D1F30}"/>
              </a:ext>
            </a:extLst>
          </p:cNvPr>
          <p:cNvSpPr/>
          <p:nvPr/>
        </p:nvSpPr>
        <p:spPr bwMode="auto">
          <a:xfrm>
            <a:off x="9196100" y="1080911"/>
            <a:ext cx="2952753" cy="428602"/>
          </a:xfrm>
          <a:prstGeom prst="wedgeRectCallout">
            <a:avLst>
              <a:gd name="adj1" fmla="val -30251"/>
              <a:gd name="adj2" fmla="val 87365"/>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IN" sz="1000" b="1" dirty="0"/>
              <a:t>⑦ </a:t>
            </a:r>
            <a:r>
              <a:rPr lang="en-IN" sz="1000" dirty="0"/>
              <a:t>Click this ‘Abandon’ button if you want to cancel a previously launched workflow.</a:t>
            </a:r>
          </a:p>
          <a:p>
            <a:pPr marL="0" marR="0" indent="0" algn="l" defTabSz="914400" rtl="0" eaLnBrk="1" fontAlgn="base" latinLnBrk="0" hangingPunct="1">
              <a:lnSpc>
                <a:spcPct val="100000"/>
              </a:lnSpc>
              <a:spcBef>
                <a:spcPct val="0"/>
              </a:spcBef>
              <a:spcAft>
                <a:spcPct val="0"/>
              </a:spcAft>
              <a:buClrTx/>
              <a:buSzTx/>
              <a:buFontTx/>
              <a:buNone/>
              <a:tabLst/>
            </a:pPr>
            <a:endParaRPr kumimoji="1" lang="en-IN" sz="1000" b="0" i="0" u="none" strike="noStrike" cap="none" normalizeH="0" baseline="0" dirty="0">
              <a:ln>
                <a:noFill/>
              </a:ln>
              <a:effectLst/>
              <a:latin typeface="Meiryo UI" panose="020B0604030504040204" pitchFamily="34" charset="-128"/>
              <a:ea typeface="Meiryo UI" panose="020B0604030504040204" pitchFamily="34" charset="-128"/>
            </a:endParaRPr>
          </a:p>
        </p:txBody>
      </p:sp>
      <p:sp>
        <p:nvSpPr>
          <p:cNvPr id="15" name="角丸四角形 26">
            <a:extLst>
              <a:ext uri="{FF2B5EF4-FFF2-40B4-BE49-F238E27FC236}">
                <a16:creationId xmlns:a16="http://schemas.microsoft.com/office/drawing/2014/main" id="{7DA7AE53-FCA3-092F-A179-86C1898DFB7A}"/>
              </a:ext>
            </a:extLst>
          </p:cNvPr>
          <p:cNvSpPr/>
          <p:nvPr/>
        </p:nvSpPr>
        <p:spPr>
          <a:xfrm>
            <a:off x="9415601" y="1684475"/>
            <a:ext cx="1008229" cy="357492"/>
          </a:xfrm>
          <a:prstGeom prst="roundRect">
            <a:avLst>
              <a:gd name="adj" fmla="val 16667"/>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pic>
        <p:nvPicPr>
          <p:cNvPr id="16" name="Picture 15">
            <a:extLst>
              <a:ext uri="{FF2B5EF4-FFF2-40B4-BE49-F238E27FC236}">
                <a16:creationId xmlns:a16="http://schemas.microsoft.com/office/drawing/2014/main" id="{C443A084-DABB-C747-A572-2A68C9F6BBBC}"/>
              </a:ext>
            </a:extLst>
          </p:cNvPr>
          <p:cNvPicPr>
            <a:picLocks noChangeAspect="1"/>
          </p:cNvPicPr>
          <p:nvPr/>
        </p:nvPicPr>
        <p:blipFill>
          <a:blip r:embed="rId3"/>
          <a:stretch>
            <a:fillRect/>
          </a:stretch>
        </p:blipFill>
        <p:spPr>
          <a:xfrm>
            <a:off x="8923753" y="3195075"/>
            <a:ext cx="3061297" cy="2329758"/>
          </a:xfrm>
          <a:prstGeom prst="rect">
            <a:avLst/>
          </a:prstGeom>
          <a:ln>
            <a:solidFill>
              <a:schemeClr val="accent2"/>
            </a:solidFill>
          </a:ln>
        </p:spPr>
      </p:pic>
      <p:sp>
        <p:nvSpPr>
          <p:cNvPr id="17" name="角丸四角形 26">
            <a:extLst>
              <a:ext uri="{FF2B5EF4-FFF2-40B4-BE49-F238E27FC236}">
                <a16:creationId xmlns:a16="http://schemas.microsoft.com/office/drawing/2014/main" id="{C29F882C-BEF3-8674-496F-65AE4F16DBBE}"/>
              </a:ext>
            </a:extLst>
          </p:cNvPr>
          <p:cNvSpPr/>
          <p:nvPr/>
        </p:nvSpPr>
        <p:spPr>
          <a:xfrm>
            <a:off x="8558784" y="1709270"/>
            <a:ext cx="854634" cy="305805"/>
          </a:xfrm>
          <a:prstGeom prst="roundRect">
            <a:avLst>
              <a:gd name="adj" fmla="val 16667"/>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21" name="TextBox 20">
            <a:extLst>
              <a:ext uri="{FF2B5EF4-FFF2-40B4-BE49-F238E27FC236}">
                <a16:creationId xmlns:a16="http://schemas.microsoft.com/office/drawing/2014/main" id="{04F04672-15D0-6B64-0871-AE02770D5749}"/>
              </a:ext>
            </a:extLst>
          </p:cNvPr>
          <p:cNvSpPr txBox="1"/>
          <p:nvPr/>
        </p:nvSpPr>
        <p:spPr>
          <a:xfrm>
            <a:off x="8212296" y="1679841"/>
            <a:ext cx="436148" cy="313135"/>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⑥</a:t>
            </a:r>
          </a:p>
        </p:txBody>
      </p:sp>
      <p:sp>
        <p:nvSpPr>
          <p:cNvPr id="22" name="TextBox 21">
            <a:extLst>
              <a:ext uri="{FF2B5EF4-FFF2-40B4-BE49-F238E27FC236}">
                <a16:creationId xmlns:a16="http://schemas.microsoft.com/office/drawing/2014/main" id="{349B9D83-B943-A961-6870-930F3436A200}"/>
              </a:ext>
            </a:extLst>
          </p:cNvPr>
          <p:cNvSpPr txBox="1"/>
          <p:nvPr/>
        </p:nvSpPr>
        <p:spPr>
          <a:xfrm>
            <a:off x="10454402" y="1679842"/>
            <a:ext cx="436148" cy="313135"/>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⑦</a:t>
            </a:r>
          </a:p>
        </p:txBody>
      </p:sp>
      <p:sp>
        <p:nvSpPr>
          <p:cNvPr id="23" name="TextBox 22">
            <a:extLst>
              <a:ext uri="{FF2B5EF4-FFF2-40B4-BE49-F238E27FC236}">
                <a16:creationId xmlns:a16="http://schemas.microsoft.com/office/drawing/2014/main" id="{5BD12E0F-3F6C-3B02-B199-3194DD2F44EA}"/>
              </a:ext>
            </a:extLst>
          </p:cNvPr>
          <p:cNvSpPr txBox="1"/>
          <p:nvPr/>
        </p:nvSpPr>
        <p:spPr>
          <a:xfrm>
            <a:off x="8823960" y="2799241"/>
            <a:ext cx="3246120" cy="415498"/>
          </a:xfrm>
          <a:prstGeom prst="rect">
            <a:avLst/>
          </a:prstGeom>
          <a:noFill/>
        </p:spPr>
        <p:txBody>
          <a:bodyPr wrap="square" rtlCol="0">
            <a:spAutoFit/>
          </a:bodyPr>
          <a:lstStyle/>
          <a:p>
            <a:r>
              <a:rPr lang="en-IN" sz="1050" b="1" dirty="0">
                <a:latin typeface="Meiryo UI" panose="020B0604030504040204" pitchFamily="34" charset="-128"/>
                <a:ea typeface="Meiryo UI" panose="020B0604030504040204" pitchFamily="34" charset="-128"/>
              </a:rPr>
              <a:t>⑥ </a:t>
            </a:r>
            <a:r>
              <a:rPr lang="en-IN" sz="1050" dirty="0">
                <a:latin typeface="Meiryo UI" panose="020B0604030504040204" pitchFamily="34" charset="-128"/>
                <a:ea typeface="Meiryo UI" panose="020B0604030504040204" pitchFamily="34" charset="-128"/>
              </a:rPr>
              <a:t>Click on View Graph button to see the process flow</a:t>
            </a:r>
            <a:endParaRPr lang="en-IN" sz="1050" b="1"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384764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394C5C9A-B880-609E-2190-CED2E7B555E8}"/>
              </a:ext>
            </a:extLst>
          </p:cNvPr>
          <p:cNvPicPr>
            <a:picLocks noChangeAspect="1"/>
          </p:cNvPicPr>
          <p:nvPr/>
        </p:nvPicPr>
        <p:blipFill>
          <a:blip r:embed="rId2"/>
          <a:stretch>
            <a:fillRect/>
          </a:stretch>
        </p:blipFill>
        <p:spPr>
          <a:xfrm>
            <a:off x="1013751" y="1176236"/>
            <a:ext cx="3421499" cy="5102352"/>
          </a:xfrm>
          <a:prstGeom prst="rect">
            <a:avLst/>
          </a:prstGeom>
        </p:spPr>
      </p:pic>
      <p:sp>
        <p:nvSpPr>
          <p:cNvPr id="5" name="TextBox 4">
            <a:extLst>
              <a:ext uri="{FF2B5EF4-FFF2-40B4-BE49-F238E27FC236}">
                <a16:creationId xmlns:a16="http://schemas.microsoft.com/office/drawing/2014/main" id="{3B51B915-C405-043A-6E3C-694D39201418}"/>
              </a:ext>
            </a:extLst>
          </p:cNvPr>
          <p:cNvSpPr txBox="1"/>
          <p:nvPr/>
        </p:nvSpPr>
        <p:spPr>
          <a:xfrm>
            <a:off x="0" y="685643"/>
            <a:ext cx="11713464" cy="523220"/>
          </a:xfrm>
          <a:prstGeom prst="rect">
            <a:avLst/>
          </a:prstGeom>
          <a:noFill/>
        </p:spPr>
        <p:txBody>
          <a:bodyPr wrap="square">
            <a:spAutoFit/>
          </a:bodyPr>
          <a:lstStyle/>
          <a:p>
            <a:r>
              <a:rPr lang="en-IN" sz="1400" dirty="0">
                <a:latin typeface="Meiryo UI" panose="020B0604030504040204" pitchFamily="34" charset="-128"/>
                <a:ea typeface="Meiryo UI" panose="020B0604030504040204" pitchFamily="34" charset="-128"/>
              </a:rPr>
              <a:t>Step 3: On the approval request workflow screen, set the approver (required) and distribution destination (optional), and click the "Submit" button to submit the approval request.</a:t>
            </a:r>
          </a:p>
        </p:txBody>
      </p:sp>
      <p:sp>
        <p:nvSpPr>
          <p:cNvPr id="6" name="タイトル 1">
            <a:extLst>
              <a:ext uri="{FF2B5EF4-FFF2-40B4-BE49-F238E27FC236}">
                <a16:creationId xmlns:a16="http://schemas.microsoft.com/office/drawing/2014/main" id="{74F4DA83-38A8-46D9-5347-B90ED34C516B}"/>
              </a:ext>
            </a:extLst>
          </p:cNvPr>
          <p:cNvSpPr txBox="1">
            <a:spLocks/>
          </p:cNvSpPr>
          <p:nvPr/>
        </p:nvSpPr>
        <p:spPr>
          <a:xfrm>
            <a:off x="-73152" y="117641"/>
            <a:ext cx="9753600" cy="536575"/>
          </a:xfrm>
          <a:prstGeom prst="rect">
            <a:avLst/>
          </a:prstGeom>
        </p:spPr>
        <p:txBody>
          <a:bodyPr/>
          <a:lstStyle>
            <a:lvl1pPr algn="l" rtl="0" eaLnBrk="1" fontAlgn="base" hangingPunct="1">
              <a:spcBef>
                <a:spcPct val="0"/>
              </a:spcBef>
              <a:spcAft>
                <a:spcPct val="0"/>
              </a:spcAft>
              <a:defRPr kumimoji="1" sz="2100">
                <a:solidFill>
                  <a:srgbClr val="000000"/>
                </a:solidFill>
                <a:latin typeface="Verdana" pitchFamily="34" charset="0"/>
                <a:ea typeface="+mj-ea"/>
                <a:cs typeface="Verdana" pitchFamily="34" charset="0"/>
              </a:defRPr>
            </a:lvl1pPr>
            <a:lvl2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2pPr>
            <a:lvl3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3pPr>
            <a:lvl4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4pPr>
            <a:lvl5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5pPr>
            <a:lvl6pPr marL="3429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6pPr>
            <a:lvl7pPr marL="6858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7pPr>
            <a:lvl8pPr marL="10287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8pPr>
            <a:lvl9pPr marL="13716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9pPr>
          </a:lstStyle>
          <a:p>
            <a:r>
              <a:rPr lang="en-US" altLang="ja-JP" kern="0" dirty="0"/>
              <a:t>1-1. Approval request</a:t>
            </a:r>
            <a:endParaRPr lang="ja-JP" altLang="en-US" kern="0" dirty="0"/>
          </a:p>
        </p:txBody>
      </p:sp>
      <p:sp>
        <p:nvSpPr>
          <p:cNvPr id="11" name="Speech Bubble: Rectangle 10">
            <a:extLst>
              <a:ext uri="{FF2B5EF4-FFF2-40B4-BE49-F238E27FC236}">
                <a16:creationId xmlns:a16="http://schemas.microsoft.com/office/drawing/2014/main" id="{8CC940A2-2334-73CA-30C5-5E5C9EA5B4AA}"/>
              </a:ext>
            </a:extLst>
          </p:cNvPr>
          <p:cNvSpPr/>
          <p:nvPr/>
        </p:nvSpPr>
        <p:spPr bwMode="auto">
          <a:xfrm>
            <a:off x="4728972" y="1322001"/>
            <a:ext cx="3376900" cy="593885"/>
          </a:xfrm>
          <a:prstGeom prst="wedgeRectCallout">
            <a:avLst>
              <a:gd name="adj1" fmla="val -62496"/>
              <a:gd name="adj2" fmla="val 31805"/>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IN" sz="1000" dirty="0"/>
              <a:t>You can save approval routes. Please refer to [</a:t>
            </a:r>
            <a:r>
              <a:rPr lang="en-IN" sz="1000" dirty="0">
                <a:hlinkClick r:id="rId3" action="ppaction://hlinksldjump"/>
              </a:rPr>
              <a:t>How to save approval routes</a:t>
            </a:r>
            <a:r>
              <a:rPr lang="en-IN" sz="1000" dirty="0"/>
              <a:t>] and [</a:t>
            </a:r>
            <a:r>
              <a:rPr lang="en-IN" sz="1000" dirty="0">
                <a:hlinkClick r:id="rId4" action="ppaction://hlinksldjump"/>
              </a:rPr>
              <a:t>How to search for saved approval route names</a:t>
            </a:r>
            <a:r>
              <a:rPr lang="en-IN" sz="1000" dirty="0"/>
              <a:t>].</a:t>
            </a:r>
          </a:p>
          <a:p>
            <a:pPr fontAlgn="base">
              <a:spcBef>
                <a:spcPct val="0"/>
              </a:spcBef>
              <a:spcAft>
                <a:spcPct val="0"/>
              </a:spcAft>
            </a:pPr>
            <a:endParaRPr lang="en-IN" sz="1000" dirty="0"/>
          </a:p>
          <a:p>
            <a:pPr marL="0" marR="0" indent="0" algn="l" defTabSz="914400" rtl="0" eaLnBrk="1" fontAlgn="base" latinLnBrk="0" hangingPunct="1">
              <a:lnSpc>
                <a:spcPct val="100000"/>
              </a:lnSpc>
              <a:spcBef>
                <a:spcPct val="0"/>
              </a:spcBef>
              <a:spcAft>
                <a:spcPct val="0"/>
              </a:spcAft>
              <a:buClrTx/>
              <a:buSzTx/>
              <a:buFontTx/>
              <a:buNone/>
              <a:tabLst/>
            </a:pPr>
            <a:endParaRPr kumimoji="1" lang="en-IN" sz="1000" b="0" i="0" u="none" strike="noStrike" cap="none" normalizeH="0" baseline="0" dirty="0">
              <a:ln>
                <a:noFill/>
              </a:ln>
              <a:effectLst/>
              <a:latin typeface="Meiryo UI" panose="020B0604030504040204" pitchFamily="34" charset="-128"/>
              <a:ea typeface="Meiryo UI" panose="020B0604030504040204" pitchFamily="34" charset="-128"/>
            </a:endParaRPr>
          </a:p>
        </p:txBody>
      </p:sp>
      <p:sp>
        <p:nvSpPr>
          <p:cNvPr id="12" name="角丸四角形 26">
            <a:extLst>
              <a:ext uri="{FF2B5EF4-FFF2-40B4-BE49-F238E27FC236}">
                <a16:creationId xmlns:a16="http://schemas.microsoft.com/office/drawing/2014/main" id="{5CBB5451-3EAD-54BC-BF94-DDA3F8B689D2}"/>
              </a:ext>
            </a:extLst>
          </p:cNvPr>
          <p:cNvSpPr/>
          <p:nvPr/>
        </p:nvSpPr>
        <p:spPr>
          <a:xfrm>
            <a:off x="3675031" y="1702459"/>
            <a:ext cx="583501" cy="379584"/>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14" name="TextBox 13">
            <a:extLst>
              <a:ext uri="{FF2B5EF4-FFF2-40B4-BE49-F238E27FC236}">
                <a16:creationId xmlns:a16="http://schemas.microsoft.com/office/drawing/2014/main" id="{648492C9-56C2-6B27-3F15-A944101DE48B}"/>
              </a:ext>
            </a:extLst>
          </p:cNvPr>
          <p:cNvSpPr txBox="1"/>
          <p:nvPr/>
        </p:nvSpPr>
        <p:spPr>
          <a:xfrm>
            <a:off x="4367784" y="2933482"/>
            <a:ext cx="7793736" cy="253916"/>
          </a:xfrm>
          <a:prstGeom prst="rect">
            <a:avLst/>
          </a:prstGeom>
          <a:noFill/>
        </p:spPr>
        <p:txBody>
          <a:bodyPr wrap="square">
            <a:spAutoFit/>
          </a:bodyPr>
          <a:lstStyle/>
          <a:p>
            <a:r>
              <a:rPr lang="en-IN" sz="1050" dirty="0">
                <a:latin typeface="Meiryo UI" panose="020B0604030504040204" pitchFamily="34" charset="-128"/>
                <a:ea typeface="Meiryo UI" panose="020B0604030504040204" pitchFamily="34" charset="-128"/>
              </a:rPr>
              <a:t>① Use the "Add" button to set at least one approver. Please refer to "How to set up approvers."</a:t>
            </a:r>
          </a:p>
        </p:txBody>
      </p:sp>
      <p:sp>
        <p:nvSpPr>
          <p:cNvPr id="15" name="角丸四角形 26">
            <a:extLst>
              <a:ext uri="{FF2B5EF4-FFF2-40B4-BE49-F238E27FC236}">
                <a16:creationId xmlns:a16="http://schemas.microsoft.com/office/drawing/2014/main" id="{C84DE990-C92E-A417-BC37-F38A78373B9F}"/>
              </a:ext>
            </a:extLst>
          </p:cNvPr>
          <p:cNvSpPr/>
          <p:nvPr/>
        </p:nvSpPr>
        <p:spPr>
          <a:xfrm>
            <a:off x="1175129" y="2118845"/>
            <a:ext cx="3101411" cy="1947473"/>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16" name="TextBox 15">
            <a:extLst>
              <a:ext uri="{FF2B5EF4-FFF2-40B4-BE49-F238E27FC236}">
                <a16:creationId xmlns:a16="http://schemas.microsoft.com/office/drawing/2014/main" id="{DF49A8F8-06A7-C15C-BEC4-5569FEBEDE83}"/>
              </a:ext>
            </a:extLst>
          </p:cNvPr>
          <p:cNvSpPr txBox="1"/>
          <p:nvPr/>
        </p:nvSpPr>
        <p:spPr>
          <a:xfrm>
            <a:off x="604538" y="3010543"/>
            <a:ext cx="317969" cy="307777"/>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①</a:t>
            </a:r>
          </a:p>
        </p:txBody>
      </p:sp>
      <p:sp>
        <p:nvSpPr>
          <p:cNvPr id="17" name="TextBox 16">
            <a:extLst>
              <a:ext uri="{FF2B5EF4-FFF2-40B4-BE49-F238E27FC236}">
                <a16:creationId xmlns:a16="http://schemas.microsoft.com/office/drawing/2014/main" id="{E18C387B-105B-B49E-8CB5-B89EFF5858A2}"/>
              </a:ext>
            </a:extLst>
          </p:cNvPr>
          <p:cNvSpPr txBox="1"/>
          <p:nvPr/>
        </p:nvSpPr>
        <p:spPr>
          <a:xfrm>
            <a:off x="4367784" y="4142827"/>
            <a:ext cx="7793736" cy="253916"/>
          </a:xfrm>
          <a:prstGeom prst="rect">
            <a:avLst/>
          </a:prstGeom>
          <a:noFill/>
        </p:spPr>
        <p:txBody>
          <a:bodyPr wrap="square">
            <a:spAutoFit/>
          </a:bodyPr>
          <a:lstStyle/>
          <a:p>
            <a:r>
              <a:rPr lang="en-US" sz="1050" b="1" dirty="0">
                <a:latin typeface="Meiryo UI" panose="020B0604030504040204" pitchFamily="34" charset="-128"/>
                <a:ea typeface="Meiryo UI" panose="020B0604030504040204" pitchFamily="34" charset="-128"/>
              </a:rPr>
              <a:t>②</a:t>
            </a:r>
            <a:r>
              <a:rPr lang="en-US" sz="1050" dirty="0">
                <a:latin typeface="Meiryo UI" panose="020B0604030504040204" pitchFamily="34" charset="-128"/>
                <a:ea typeface="Meiryo UI" panose="020B0604030504040204" pitchFamily="34" charset="-128"/>
              </a:rPr>
              <a:t>[Optional] Enter a comment. If entered, the comment will be sent via email to the first approver.</a:t>
            </a:r>
            <a:endParaRPr lang="en-IN" sz="1050" dirty="0">
              <a:latin typeface="Meiryo UI" panose="020B0604030504040204" pitchFamily="34" charset="-128"/>
              <a:ea typeface="Meiryo UI" panose="020B0604030504040204" pitchFamily="34" charset="-128"/>
            </a:endParaRPr>
          </a:p>
        </p:txBody>
      </p:sp>
      <p:sp>
        <p:nvSpPr>
          <p:cNvPr id="22" name="角丸四角形 26">
            <a:extLst>
              <a:ext uri="{FF2B5EF4-FFF2-40B4-BE49-F238E27FC236}">
                <a16:creationId xmlns:a16="http://schemas.microsoft.com/office/drawing/2014/main" id="{BF33A27D-A229-D9A2-6B04-725AA9A042FE}"/>
              </a:ext>
            </a:extLst>
          </p:cNvPr>
          <p:cNvSpPr/>
          <p:nvPr/>
        </p:nvSpPr>
        <p:spPr>
          <a:xfrm>
            <a:off x="1076825" y="4206951"/>
            <a:ext cx="3262670" cy="379584"/>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23" name="角丸四角形 26">
            <a:extLst>
              <a:ext uri="{FF2B5EF4-FFF2-40B4-BE49-F238E27FC236}">
                <a16:creationId xmlns:a16="http://schemas.microsoft.com/office/drawing/2014/main" id="{5138456D-4FD5-5E07-6248-68C5AFE032D9}"/>
              </a:ext>
            </a:extLst>
          </p:cNvPr>
          <p:cNvSpPr/>
          <p:nvPr/>
        </p:nvSpPr>
        <p:spPr>
          <a:xfrm>
            <a:off x="1076825" y="4660138"/>
            <a:ext cx="3262670" cy="1228597"/>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24" name="TextBox 23">
            <a:extLst>
              <a:ext uri="{FF2B5EF4-FFF2-40B4-BE49-F238E27FC236}">
                <a16:creationId xmlns:a16="http://schemas.microsoft.com/office/drawing/2014/main" id="{598E06F6-B0E5-1770-5F3A-1F9F18BA2CBE}"/>
              </a:ext>
            </a:extLst>
          </p:cNvPr>
          <p:cNvSpPr txBox="1"/>
          <p:nvPr/>
        </p:nvSpPr>
        <p:spPr>
          <a:xfrm>
            <a:off x="567298" y="5167388"/>
            <a:ext cx="317969" cy="307777"/>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③</a:t>
            </a:r>
          </a:p>
        </p:txBody>
      </p:sp>
      <p:sp>
        <p:nvSpPr>
          <p:cNvPr id="25" name="TextBox 24">
            <a:extLst>
              <a:ext uri="{FF2B5EF4-FFF2-40B4-BE49-F238E27FC236}">
                <a16:creationId xmlns:a16="http://schemas.microsoft.com/office/drawing/2014/main" id="{C16D8224-F67C-6B1F-FE8B-971C6C053656}"/>
              </a:ext>
            </a:extLst>
          </p:cNvPr>
          <p:cNvSpPr txBox="1"/>
          <p:nvPr/>
        </p:nvSpPr>
        <p:spPr>
          <a:xfrm>
            <a:off x="568335" y="4242854"/>
            <a:ext cx="317969" cy="307777"/>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②</a:t>
            </a:r>
          </a:p>
        </p:txBody>
      </p:sp>
      <p:sp>
        <p:nvSpPr>
          <p:cNvPr id="26" name="TextBox 25">
            <a:extLst>
              <a:ext uri="{FF2B5EF4-FFF2-40B4-BE49-F238E27FC236}">
                <a16:creationId xmlns:a16="http://schemas.microsoft.com/office/drawing/2014/main" id="{603C4B62-982D-86C8-7A95-B2E70B14E9B5}"/>
              </a:ext>
            </a:extLst>
          </p:cNvPr>
          <p:cNvSpPr txBox="1"/>
          <p:nvPr/>
        </p:nvSpPr>
        <p:spPr>
          <a:xfrm>
            <a:off x="4398264" y="5067360"/>
            <a:ext cx="7793736" cy="577081"/>
          </a:xfrm>
          <a:prstGeom prst="rect">
            <a:avLst/>
          </a:prstGeom>
          <a:noFill/>
        </p:spPr>
        <p:txBody>
          <a:bodyPr wrap="square">
            <a:spAutoFit/>
          </a:bodyPr>
          <a:lstStyle/>
          <a:p>
            <a:r>
              <a:rPr lang="en-US" sz="1050" b="1" dirty="0">
                <a:latin typeface="Meiryo UI" panose="020B0604030504040204" pitchFamily="34" charset="-128"/>
                <a:ea typeface="Meiryo UI" panose="020B0604030504040204" pitchFamily="34" charset="-128"/>
              </a:rPr>
              <a:t>③ </a:t>
            </a:r>
            <a:r>
              <a:rPr lang="en-US" sz="1050" dirty="0">
                <a:latin typeface="Meiryo UI" panose="020B0604030504040204" pitchFamily="34" charset="-128"/>
                <a:ea typeface="Meiryo UI" panose="020B0604030504040204" pitchFamily="34" charset="-128"/>
              </a:rPr>
              <a:t>Provide Distributor details (optional).</a:t>
            </a:r>
          </a:p>
          <a:p>
            <a:r>
              <a:rPr lang="en-US" sz="1050" dirty="0"/>
              <a:t>All distributors will be notified when this document is approved and published.</a:t>
            </a:r>
            <a:endParaRPr lang="en-US" sz="1050" dirty="0">
              <a:latin typeface="Meiryo UI" panose="020B0604030504040204" pitchFamily="34" charset="-128"/>
              <a:ea typeface="Meiryo UI" panose="020B0604030504040204" pitchFamily="34" charset="-128"/>
            </a:endParaRPr>
          </a:p>
          <a:p>
            <a:r>
              <a:rPr lang="en-US" sz="1050" dirty="0"/>
              <a:t>If you would like to add distribution destinations, please refer to </a:t>
            </a:r>
            <a:r>
              <a:rPr lang="en-US" sz="1050" dirty="0">
                <a:hlinkClick r:id="rId5" action="ppaction://hlinksldjump"/>
              </a:rPr>
              <a:t>"How to set distributors."</a:t>
            </a:r>
            <a:endParaRPr lang="en-IN" sz="1050" dirty="0">
              <a:latin typeface="Meiryo UI" panose="020B0604030504040204" pitchFamily="34" charset="-128"/>
              <a:ea typeface="Meiryo UI" panose="020B0604030504040204" pitchFamily="34" charset="-128"/>
            </a:endParaRPr>
          </a:p>
        </p:txBody>
      </p:sp>
      <p:sp>
        <p:nvSpPr>
          <p:cNvPr id="27" name="角丸四角形 26">
            <a:extLst>
              <a:ext uri="{FF2B5EF4-FFF2-40B4-BE49-F238E27FC236}">
                <a16:creationId xmlns:a16="http://schemas.microsoft.com/office/drawing/2014/main" id="{35074DB4-90CB-1282-B6B3-5A9544E0356F}"/>
              </a:ext>
            </a:extLst>
          </p:cNvPr>
          <p:cNvSpPr/>
          <p:nvPr/>
        </p:nvSpPr>
        <p:spPr>
          <a:xfrm>
            <a:off x="3273552" y="5907156"/>
            <a:ext cx="1094232" cy="328083"/>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28" name="TextBox 27">
            <a:extLst>
              <a:ext uri="{FF2B5EF4-FFF2-40B4-BE49-F238E27FC236}">
                <a16:creationId xmlns:a16="http://schemas.microsoft.com/office/drawing/2014/main" id="{B74F0901-0826-4857-7A54-B0CD564610F9}"/>
              </a:ext>
            </a:extLst>
          </p:cNvPr>
          <p:cNvSpPr txBox="1"/>
          <p:nvPr/>
        </p:nvSpPr>
        <p:spPr>
          <a:xfrm>
            <a:off x="2891341" y="5927462"/>
            <a:ext cx="317969" cy="307777"/>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④</a:t>
            </a:r>
          </a:p>
        </p:txBody>
      </p:sp>
      <p:sp>
        <p:nvSpPr>
          <p:cNvPr id="29" name="TextBox 28">
            <a:extLst>
              <a:ext uri="{FF2B5EF4-FFF2-40B4-BE49-F238E27FC236}">
                <a16:creationId xmlns:a16="http://schemas.microsoft.com/office/drawing/2014/main" id="{BE5D0AB3-47A7-4C4F-A8EA-2294B09A5DF6}"/>
              </a:ext>
            </a:extLst>
          </p:cNvPr>
          <p:cNvSpPr txBox="1"/>
          <p:nvPr/>
        </p:nvSpPr>
        <p:spPr>
          <a:xfrm>
            <a:off x="4432026" y="5907156"/>
            <a:ext cx="7793736" cy="253916"/>
          </a:xfrm>
          <a:prstGeom prst="rect">
            <a:avLst/>
          </a:prstGeom>
          <a:noFill/>
        </p:spPr>
        <p:txBody>
          <a:bodyPr wrap="square">
            <a:spAutoFit/>
          </a:bodyPr>
          <a:lstStyle/>
          <a:p>
            <a:r>
              <a:rPr lang="en-US" sz="1050" b="1" dirty="0">
                <a:latin typeface="Meiryo UI" panose="020B0604030504040204" pitchFamily="34" charset="-128"/>
                <a:ea typeface="Meiryo UI" panose="020B0604030504040204" pitchFamily="34" charset="-128"/>
              </a:rPr>
              <a:t>④</a:t>
            </a:r>
            <a:r>
              <a:rPr lang="en-US" sz="1050" dirty="0">
                <a:latin typeface="Meiryo UI" panose="020B0604030504040204" pitchFamily="34" charset="-128"/>
                <a:ea typeface="Meiryo UI" panose="020B0604030504040204" pitchFamily="34" charset="-128"/>
              </a:rPr>
              <a:t> Once you have completed all the above settings, click "Submit" to send your request.</a:t>
            </a:r>
            <a:endParaRPr lang="en-IN" sz="1050"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2317774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ED488A-5768-2EF1-F134-5CD00BFF64D8}"/>
              </a:ext>
            </a:extLst>
          </p:cNvPr>
          <p:cNvSpPr txBox="1"/>
          <p:nvPr/>
        </p:nvSpPr>
        <p:spPr>
          <a:xfrm>
            <a:off x="70866" y="610630"/>
            <a:ext cx="11679174" cy="738664"/>
          </a:xfrm>
          <a:prstGeom prst="rect">
            <a:avLst/>
          </a:prstGeom>
          <a:noFill/>
        </p:spPr>
        <p:txBody>
          <a:bodyPr wrap="square">
            <a:spAutoFit/>
          </a:bodyPr>
          <a:lstStyle/>
          <a:p>
            <a:r>
              <a:rPr lang="en-IN" sz="1400" dirty="0">
                <a:latin typeface="Meiryo UI" panose="020B0604030504040204" pitchFamily="34" charset="-128"/>
                <a:ea typeface="Meiryo UI" panose="020B0604030504040204" pitchFamily="34" charset="-128"/>
              </a:rPr>
              <a:t>Step 4: After submitting an approval request with the "Submit" button, if you can confirm the following two points, the approval request has been completed successfully.- On the document details screen, the status of the document will change from "Draft" to "</a:t>
            </a:r>
            <a:r>
              <a:rPr lang="en-IN" sz="1400" dirty="0" err="1">
                <a:latin typeface="Meiryo UI" panose="020B0604030504040204" pitchFamily="34" charset="-128"/>
                <a:ea typeface="Meiryo UI" panose="020B0604030504040204" pitchFamily="34" charset="-128"/>
              </a:rPr>
              <a:t>Inprogress</a:t>
            </a:r>
            <a:r>
              <a:rPr lang="en-IN" sz="1400" dirty="0">
                <a:latin typeface="Meiryo UI" panose="020B0604030504040204" pitchFamily="34" charset="-128"/>
                <a:ea typeface="Meiryo UI" panose="020B0604030504040204" pitchFamily="34" charset="-128"/>
              </a:rPr>
              <a:t>."- Notification email on the right: </a:t>
            </a:r>
            <a:r>
              <a:rPr lang="en-US" sz="1400" dirty="0">
                <a:latin typeface="Meiryo UI" panose="020B0604030504040204" pitchFamily="34" charset="-128"/>
                <a:ea typeface="Meiryo UI" panose="020B0604030504040204" pitchFamily="34" charset="-128"/>
              </a:rPr>
              <a:t>[Approval Request] EDMS : </a:t>
            </a:r>
            <a:r>
              <a:rPr lang="en-IN" sz="1400" dirty="0" err="1">
                <a:latin typeface="Meiryo UI" panose="020B0604030504040204" pitchFamily="34" charset="-128"/>
                <a:ea typeface="Meiryo UI" panose="020B0604030504040204" pitchFamily="34" charset="-128"/>
              </a:rPr>
              <a:t>xxxx</a:t>
            </a:r>
            <a:r>
              <a:rPr lang="en-IN" sz="1400" dirty="0">
                <a:latin typeface="Meiryo UI" panose="020B0604030504040204" pitchFamily="34" charset="-128"/>
                <a:ea typeface="Meiryo UI" panose="020B0604030504040204" pitchFamily="34" charset="-128"/>
              </a:rPr>
              <a:t> will be sent to the approver's address.</a:t>
            </a:r>
          </a:p>
        </p:txBody>
      </p:sp>
      <p:sp>
        <p:nvSpPr>
          <p:cNvPr id="4" name="タイトル 1">
            <a:extLst>
              <a:ext uri="{FF2B5EF4-FFF2-40B4-BE49-F238E27FC236}">
                <a16:creationId xmlns:a16="http://schemas.microsoft.com/office/drawing/2014/main" id="{A51A9185-0F08-B7C6-D5DE-BA2E3A09390B}"/>
              </a:ext>
            </a:extLst>
          </p:cNvPr>
          <p:cNvSpPr txBox="1">
            <a:spLocks/>
          </p:cNvSpPr>
          <p:nvPr/>
        </p:nvSpPr>
        <p:spPr>
          <a:xfrm>
            <a:off x="-73152" y="117641"/>
            <a:ext cx="9753600" cy="536575"/>
          </a:xfrm>
          <a:prstGeom prst="rect">
            <a:avLst/>
          </a:prstGeom>
        </p:spPr>
        <p:txBody>
          <a:bodyPr/>
          <a:lstStyle>
            <a:lvl1pPr algn="l" rtl="0" eaLnBrk="1" fontAlgn="base" hangingPunct="1">
              <a:spcBef>
                <a:spcPct val="0"/>
              </a:spcBef>
              <a:spcAft>
                <a:spcPct val="0"/>
              </a:spcAft>
              <a:defRPr kumimoji="1" sz="2100">
                <a:solidFill>
                  <a:srgbClr val="000000"/>
                </a:solidFill>
                <a:latin typeface="Verdana" pitchFamily="34" charset="0"/>
                <a:ea typeface="+mj-ea"/>
                <a:cs typeface="Verdana" pitchFamily="34" charset="0"/>
              </a:defRPr>
            </a:lvl1pPr>
            <a:lvl2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2pPr>
            <a:lvl3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3pPr>
            <a:lvl4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4pPr>
            <a:lvl5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5pPr>
            <a:lvl6pPr marL="3429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6pPr>
            <a:lvl7pPr marL="6858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7pPr>
            <a:lvl8pPr marL="10287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8pPr>
            <a:lvl9pPr marL="13716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9pPr>
          </a:lstStyle>
          <a:p>
            <a:r>
              <a:rPr lang="en-US" altLang="ja-JP" kern="0" dirty="0"/>
              <a:t> 1-1. Approval request</a:t>
            </a:r>
            <a:endParaRPr lang="ja-JP" altLang="en-US" kern="0" dirty="0"/>
          </a:p>
        </p:txBody>
      </p:sp>
      <p:pic>
        <p:nvPicPr>
          <p:cNvPr id="6" name="Picture 5">
            <a:extLst>
              <a:ext uri="{FF2B5EF4-FFF2-40B4-BE49-F238E27FC236}">
                <a16:creationId xmlns:a16="http://schemas.microsoft.com/office/drawing/2014/main" id="{323A2D2A-C087-EB28-66F6-59A69C3635C8}"/>
              </a:ext>
            </a:extLst>
          </p:cNvPr>
          <p:cNvPicPr>
            <a:picLocks noChangeAspect="1"/>
          </p:cNvPicPr>
          <p:nvPr/>
        </p:nvPicPr>
        <p:blipFill>
          <a:blip r:embed="rId2"/>
          <a:stretch>
            <a:fillRect/>
          </a:stretch>
        </p:blipFill>
        <p:spPr>
          <a:xfrm>
            <a:off x="192024" y="1349294"/>
            <a:ext cx="4676054" cy="5131560"/>
          </a:xfrm>
          <a:prstGeom prst="rect">
            <a:avLst/>
          </a:prstGeom>
        </p:spPr>
      </p:pic>
      <p:pic>
        <p:nvPicPr>
          <p:cNvPr id="8" name="Picture 7">
            <a:extLst>
              <a:ext uri="{FF2B5EF4-FFF2-40B4-BE49-F238E27FC236}">
                <a16:creationId xmlns:a16="http://schemas.microsoft.com/office/drawing/2014/main" id="{F95D4715-C161-3C0F-4CF7-72C5EA4561AF}"/>
              </a:ext>
            </a:extLst>
          </p:cNvPr>
          <p:cNvPicPr>
            <a:picLocks noChangeAspect="1"/>
          </p:cNvPicPr>
          <p:nvPr/>
        </p:nvPicPr>
        <p:blipFill>
          <a:blip r:embed="rId3"/>
          <a:stretch>
            <a:fillRect/>
          </a:stretch>
        </p:blipFill>
        <p:spPr>
          <a:xfrm>
            <a:off x="6059004" y="1714500"/>
            <a:ext cx="5610660" cy="3817620"/>
          </a:xfrm>
          <a:prstGeom prst="rect">
            <a:avLst/>
          </a:prstGeom>
        </p:spPr>
      </p:pic>
      <p:sp>
        <p:nvSpPr>
          <p:cNvPr id="9" name="角丸四角形 26">
            <a:extLst>
              <a:ext uri="{FF2B5EF4-FFF2-40B4-BE49-F238E27FC236}">
                <a16:creationId xmlns:a16="http://schemas.microsoft.com/office/drawing/2014/main" id="{DCAFD68A-0473-E391-2CFC-769CADB6D363}"/>
              </a:ext>
            </a:extLst>
          </p:cNvPr>
          <p:cNvSpPr/>
          <p:nvPr/>
        </p:nvSpPr>
        <p:spPr>
          <a:xfrm>
            <a:off x="1335025" y="4983479"/>
            <a:ext cx="1120806" cy="316287"/>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10" name="角丸四角形 26">
            <a:extLst>
              <a:ext uri="{FF2B5EF4-FFF2-40B4-BE49-F238E27FC236}">
                <a16:creationId xmlns:a16="http://schemas.microsoft.com/office/drawing/2014/main" id="{491ED7C3-C72F-FA91-53CB-1159F903BD71}"/>
              </a:ext>
            </a:extLst>
          </p:cNvPr>
          <p:cNvSpPr/>
          <p:nvPr/>
        </p:nvSpPr>
        <p:spPr>
          <a:xfrm>
            <a:off x="6095999" y="1703097"/>
            <a:ext cx="5019675" cy="382878"/>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Tree>
    <p:extLst>
      <p:ext uri="{BB962C8B-B14F-4D97-AF65-F5344CB8AC3E}">
        <p14:creationId xmlns:p14="http://schemas.microsoft.com/office/powerpoint/2010/main" val="3263831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ED53C2A7-0DD7-B274-1D54-0E0C44C031B0}"/>
              </a:ext>
            </a:extLst>
          </p:cNvPr>
          <p:cNvPicPr>
            <a:picLocks noChangeAspect="1"/>
          </p:cNvPicPr>
          <p:nvPr/>
        </p:nvPicPr>
        <p:blipFill>
          <a:blip r:embed="rId2"/>
          <a:stretch>
            <a:fillRect/>
          </a:stretch>
        </p:blipFill>
        <p:spPr>
          <a:xfrm>
            <a:off x="8710341" y="1177738"/>
            <a:ext cx="3406383" cy="3048881"/>
          </a:xfrm>
          <a:prstGeom prst="rect">
            <a:avLst/>
          </a:prstGeom>
        </p:spPr>
      </p:pic>
      <p:sp>
        <p:nvSpPr>
          <p:cNvPr id="4" name="タイトル 1">
            <a:extLst>
              <a:ext uri="{FF2B5EF4-FFF2-40B4-BE49-F238E27FC236}">
                <a16:creationId xmlns:a16="http://schemas.microsoft.com/office/drawing/2014/main" id="{E0060A92-9539-2AD6-CB55-4E993298FE39}"/>
              </a:ext>
            </a:extLst>
          </p:cNvPr>
          <p:cNvSpPr txBox="1">
            <a:spLocks/>
          </p:cNvSpPr>
          <p:nvPr/>
        </p:nvSpPr>
        <p:spPr>
          <a:xfrm>
            <a:off x="-73152" y="117641"/>
            <a:ext cx="9753600" cy="536575"/>
          </a:xfrm>
          <a:prstGeom prst="rect">
            <a:avLst/>
          </a:prstGeom>
        </p:spPr>
        <p:txBody>
          <a:bodyPr/>
          <a:lstStyle>
            <a:lvl1pPr algn="l" rtl="0" eaLnBrk="1" fontAlgn="base" hangingPunct="1">
              <a:spcBef>
                <a:spcPct val="0"/>
              </a:spcBef>
              <a:spcAft>
                <a:spcPct val="0"/>
              </a:spcAft>
              <a:defRPr kumimoji="1" sz="2100">
                <a:solidFill>
                  <a:srgbClr val="000000"/>
                </a:solidFill>
                <a:latin typeface="Verdana" pitchFamily="34" charset="0"/>
                <a:ea typeface="+mj-ea"/>
                <a:cs typeface="Verdana" pitchFamily="34" charset="0"/>
              </a:defRPr>
            </a:lvl1pPr>
            <a:lvl2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2pPr>
            <a:lvl3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3pPr>
            <a:lvl4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4pPr>
            <a:lvl5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5pPr>
            <a:lvl6pPr marL="3429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6pPr>
            <a:lvl7pPr marL="6858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7pPr>
            <a:lvl8pPr marL="10287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8pPr>
            <a:lvl9pPr marL="13716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9pPr>
          </a:lstStyle>
          <a:p>
            <a:r>
              <a:rPr lang="en-US" altLang="ja-JP" kern="0" dirty="0"/>
              <a:t> 1-2. </a:t>
            </a:r>
            <a:r>
              <a:rPr lang="en-IN" dirty="0"/>
              <a:t>How to set up approvers:</a:t>
            </a:r>
          </a:p>
          <a:p>
            <a:endParaRPr lang="ja-JP" altLang="en-US" kern="0" dirty="0"/>
          </a:p>
        </p:txBody>
      </p:sp>
      <p:pic>
        <p:nvPicPr>
          <p:cNvPr id="6" name="Picture 5">
            <a:extLst>
              <a:ext uri="{FF2B5EF4-FFF2-40B4-BE49-F238E27FC236}">
                <a16:creationId xmlns:a16="http://schemas.microsoft.com/office/drawing/2014/main" id="{B148D830-BC9C-44BC-5CB2-8614398A8D3E}"/>
              </a:ext>
            </a:extLst>
          </p:cNvPr>
          <p:cNvPicPr>
            <a:picLocks noChangeAspect="1"/>
          </p:cNvPicPr>
          <p:nvPr/>
        </p:nvPicPr>
        <p:blipFill rotWithShape="1">
          <a:blip r:embed="rId3"/>
          <a:srcRect t="-338" r="43858" b="9061"/>
          <a:stretch/>
        </p:blipFill>
        <p:spPr>
          <a:xfrm>
            <a:off x="155448" y="1185474"/>
            <a:ext cx="5257800" cy="4619094"/>
          </a:xfrm>
          <a:prstGeom prst="rect">
            <a:avLst/>
          </a:prstGeom>
        </p:spPr>
      </p:pic>
      <p:sp>
        <p:nvSpPr>
          <p:cNvPr id="7" name="角丸四角形 26">
            <a:extLst>
              <a:ext uri="{FF2B5EF4-FFF2-40B4-BE49-F238E27FC236}">
                <a16:creationId xmlns:a16="http://schemas.microsoft.com/office/drawing/2014/main" id="{A41361B0-0BD3-893A-6378-EB0C9E428E09}"/>
              </a:ext>
            </a:extLst>
          </p:cNvPr>
          <p:cNvSpPr/>
          <p:nvPr/>
        </p:nvSpPr>
        <p:spPr>
          <a:xfrm>
            <a:off x="1335023" y="3941064"/>
            <a:ext cx="832105" cy="338328"/>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8" name="TextBox 7">
            <a:extLst>
              <a:ext uri="{FF2B5EF4-FFF2-40B4-BE49-F238E27FC236}">
                <a16:creationId xmlns:a16="http://schemas.microsoft.com/office/drawing/2014/main" id="{0BD35DA2-1192-15C8-27EC-DC6B95FDB0DE}"/>
              </a:ext>
            </a:extLst>
          </p:cNvPr>
          <p:cNvSpPr txBox="1"/>
          <p:nvPr/>
        </p:nvSpPr>
        <p:spPr>
          <a:xfrm>
            <a:off x="1060704" y="3950208"/>
            <a:ext cx="676656" cy="307777"/>
          </a:xfrm>
          <a:prstGeom prst="rect">
            <a:avLst/>
          </a:prstGeom>
          <a:noFill/>
        </p:spPr>
        <p:txBody>
          <a:bodyPr wrap="square" rtlCol="0">
            <a:spAutoFit/>
          </a:bodyPr>
          <a:lstStyle/>
          <a:p>
            <a:r>
              <a:rPr lang="en-IN" sz="1400" dirty="0">
                <a:solidFill>
                  <a:srgbClr val="FF0000"/>
                </a:solidFill>
                <a:latin typeface="Meiryo UI" panose="020B0604030504040204" pitchFamily="34" charset="-128"/>
                <a:ea typeface="Meiryo UI" panose="020B0604030504040204" pitchFamily="34" charset="-128"/>
              </a:rPr>
              <a:t>①</a:t>
            </a:r>
          </a:p>
        </p:txBody>
      </p:sp>
      <p:sp>
        <p:nvSpPr>
          <p:cNvPr id="9" name="Speech Bubble: Rectangle 8">
            <a:extLst>
              <a:ext uri="{FF2B5EF4-FFF2-40B4-BE49-F238E27FC236}">
                <a16:creationId xmlns:a16="http://schemas.microsoft.com/office/drawing/2014/main" id="{0FE0F06E-1B2F-D219-5843-7202B101AFA2}"/>
              </a:ext>
            </a:extLst>
          </p:cNvPr>
          <p:cNvSpPr/>
          <p:nvPr/>
        </p:nvSpPr>
        <p:spPr bwMode="auto">
          <a:xfrm>
            <a:off x="3595116" y="2230974"/>
            <a:ext cx="1690116" cy="536575"/>
          </a:xfrm>
          <a:prstGeom prst="wedgeRectCallout">
            <a:avLst>
              <a:gd name="adj1" fmla="val -24083"/>
              <a:gd name="adj2" fmla="val 74409"/>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IN" sz="1000" dirty="0"/>
              <a:t>②  This pop-up box appears</a:t>
            </a:r>
          </a:p>
          <a:p>
            <a:pPr fontAlgn="base">
              <a:spcBef>
                <a:spcPct val="0"/>
              </a:spcBef>
              <a:spcAft>
                <a:spcPct val="0"/>
              </a:spcAft>
            </a:pPr>
            <a:endParaRPr lang="en-IN" sz="1000" dirty="0"/>
          </a:p>
          <a:p>
            <a:pPr marL="0" marR="0" indent="0" algn="l" defTabSz="914400" rtl="0" eaLnBrk="1" fontAlgn="base" latinLnBrk="0" hangingPunct="1">
              <a:lnSpc>
                <a:spcPct val="100000"/>
              </a:lnSpc>
              <a:spcBef>
                <a:spcPct val="0"/>
              </a:spcBef>
              <a:spcAft>
                <a:spcPct val="0"/>
              </a:spcAft>
              <a:buClrTx/>
              <a:buSzTx/>
              <a:buFontTx/>
              <a:buNone/>
              <a:tabLst/>
            </a:pPr>
            <a:endParaRPr kumimoji="1" lang="en-IN" sz="1000" b="0" i="0" u="none" strike="noStrike" cap="none" normalizeH="0" baseline="0" dirty="0">
              <a:ln>
                <a:noFill/>
              </a:ln>
              <a:effectLst/>
              <a:latin typeface="Meiryo UI" panose="020B0604030504040204" pitchFamily="34" charset="-128"/>
              <a:ea typeface="Meiryo UI" panose="020B0604030504040204" pitchFamily="34" charset="-128"/>
            </a:endParaRPr>
          </a:p>
        </p:txBody>
      </p:sp>
      <p:sp>
        <p:nvSpPr>
          <p:cNvPr id="10" name="Speech Bubble: Rectangle 9">
            <a:extLst>
              <a:ext uri="{FF2B5EF4-FFF2-40B4-BE49-F238E27FC236}">
                <a16:creationId xmlns:a16="http://schemas.microsoft.com/office/drawing/2014/main" id="{16411B74-4468-9A36-4B21-106739A4F2CE}"/>
              </a:ext>
            </a:extLst>
          </p:cNvPr>
          <p:cNvSpPr/>
          <p:nvPr/>
        </p:nvSpPr>
        <p:spPr bwMode="auto">
          <a:xfrm>
            <a:off x="553974" y="3127481"/>
            <a:ext cx="1690116" cy="536575"/>
          </a:xfrm>
          <a:prstGeom prst="wedgeRectCallout">
            <a:avLst>
              <a:gd name="adj1" fmla="val 21904"/>
              <a:gd name="adj2" fmla="val 88042"/>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IN" sz="1000" dirty="0"/>
              <a:t>① Click on Add button</a:t>
            </a:r>
          </a:p>
          <a:p>
            <a:pPr marL="0" marR="0" indent="0" algn="l" defTabSz="914400" rtl="0" eaLnBrk="1" fontAlgn="base" latinLnBrk="0" hangingPunct="1">
              <a:lnSpc>
                <a:spcPct val="100000"/>
              </a:lnSpc>
              <a:spcBef>
                <a:spcPct val="0"/>
              </a:spcBef>
              <a:spcAft>
                <a:spcPct val="0"/>
              </a:spcAft>
              <a:buClrTx/>
              <a:buSzTx/>
              <a:buFontTx/>
              <a:buNone/>
              <a:tabLst/>
            </a:pPr>
            <a:endParaRPr kumimoji="1" lang="en-IN" sz="1000" b="0" i="0" u="none" strike="noStrike" cap="none" normalizeH="0" baseline="0" dirty="0">
              <a:ln>
                <a:noFill/>
              </a:ln>
              <a:effectLst/>
              <a:latin typeface="Meiryo UI" panose="020B0604030504040204" pitchFamily="34" charset="-128"/>
              <a:ea typeface="Meiryo UI" panose="020B0604030504040204" pitchFamily="34" charset="-128"/>
            </a:endParaRPr>
          </a:p>
        </p:txBody>
      </p:sp>
      <p:pic>
        <p:nvPicPr>
          <p:cNvPr id="12" name="Picture 11">
            <a:extLst>
              <a:ext uri="{FF2B5EF4-FFF2-40B4-BE49-F238E27FC236}">
                <a16:creationId xmlns:a16="http://schemas.microsoft.com/office/drawing/2014/main" id="{2E5FD0D1-8423-8BE0-6149-DE5C26879F98}"/>
              </a:ext>
            </a:extLst>
          </p:cNvPr>
          <p:cNvPicPr>
            <a:picLocks noChangeAspect="1"/>
          </p:cNvPicPr>
          <p:nvPr/>
        </p:nvPicPr>
        <p:blipFill>
          <a:blip r:embed="rId4"/>
          <a:stretch>
            <a:fillRect/>
          </a:stretch>
        </p:blipFill>
        <p:spPr>
          <a:xfrm>
            <a:off x="5604517" y="2934653"/>
            <a:ext cx="2863582" cy="1458806"/>
          </a:xfrm>
          <a:prstGeom prst="rect">
            <a:avLst/>
          </a:prstGeom>
        </p:spPr>
      </p:pic>
      <p:cxnSp>
        <p:nvCxnSpPr>
          <p:cNvPr id="14" name="Straight Arrow Connector 13">
            <a:extLst>
              <a:ext uri="{FF2B5EF4-FFF2-40B4-BE49-F238E27FC236}">
                <a16:creationId xmlns:a16="http://schemas.microsoft.com/office/drawing/2014/main" id="{7B4D9EF4-250F-510B-059E-7F8050FE3936}"/>
              </a:ext>
            </a:extLst>
          </p:cNvPr>
          <p:cNvCxnSpPr/>
          <p:nvPr/>
        </p:nvCxnSpPr>
        <p:spPr bwMode="auto">
          <a:xfrm>
            <a:off x="5285232" y="3813048"/>
            <a:ext cx="512064" cy="0"/>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正方形/長方形 56">
            <a:extLst>
              <a:ext uri="{FF2B5EF4-FFF2-40B4-BE49-F238E27FC236}">
                <a16:creationId xmlns:a16="http://schemas.microsoft.com/office/drawing/2014/main" id="{A2EBA1DA-1568-DCD9-03F9-58418B865C3D}"/>
              </a:ext>
            </a:extLst>
          </p:cNvPr>
          <p:cNvSpPr/>
          <p:nvPr/>
        </p:nvSpPr>
        <p:spPr>
          <a:xfrm>
            <a:off x="5880735" y="5660950"/>
            <a:ext cx="2234184" cy="261610"/>
          </a:xfrm>
          <a:prstGeom prst="wedgeRectCallout">
            <a:avLst/>
          </a:prstGeom>
          <a:solidFill>
            <a:schemeClr val="bg1"/>
          </a:solidFill>
        </p:spPr>
        <p:txBody>
          <a:bodyPr wrap="square" lIns="144000" rIns="144000">
            <a:spAutoFit/>
          </a:bodyPr>
          <a:lstStyle/>
          <a:p>
            <a:pPr>
              <a:spcAft>
                <a:spcPts val="0"/>
              </a:spcAft>
            </a:pPr>
            <a:endParaRPr lang="en-US" altLang="ja-JP" sz="1100" kern="1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7" name="Straight Arrow Connector 16">
            <a:extLst>
              <a:ext uri="{FF2B5EF4-FFF2-40B4-BE49-F238E27FC236}">
                <a16:creationId xmlns:a16="http://schemas.microsoft.com/office/drawing/2014/main" id="{D7C1909A-EC84-7449-F67B-CBB49DF47B36}"/>
              </a:ext>
            </a:extLst>
          </p:cNvPr>
          <p:cNvCxnSpPr/>
          <p:nvPr/>
        </p:nvCxnSpPr>
        <p:spPr bwMode="auto">
          <a:xfrm>
            <a:off x="8173586" y="3761592"/>
            <a:ext cx="512064" cy="0"/>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Speech Bubble: Rectangle 17">
            <a:extLst>
              <a:ext uri="{FF2B5EF4-FFF2-40B4-BE49-F238E27FC236}">
                <a16:creationId xmlns:a16="http://schemas.microsoft.com/office/drawing/2014/main" id="{5819CEE4-32E7-0F98-BD9F-C2E8B4FF6F19}"/>
              </a:ext>
            </a:extLst>
          </p:cNvPr>
          <p:cNvSpPr/>
          <p:nvPr/>
        </p:nvSpPr>
        <p:spPr bwMode="auto">
          <a:xfrm>
            <a:off x="7328528" y="4557333"/>
            <a:ext cx="1690116" cy="304348"/>
          </a:xfrm>
          <a:prstGeom prst="wedgeRectCallout">
            <a:avLst>
              <a:gd name="adj1" fmla="val -15968"/>
              <a:gd name="adj2" fmla="val -92597"/>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spcAft>
                <a:spcPts val="0"/>
              </a:spcAft>
            </a:pPr>
            <a:r>
              <a:rPr lang="ja-JP" altLang="en-US" sz="1000" kern="100" dirty="0">
                <a:latin typeface="Meiryo UI" panose="020B0604030504040204" pitchFamily="50" charset="-128"/>
                <a:ea typeface="Meiryo UI" panose="020B0604030504040204" pitchFamily="50" charset="-128"/>
                <a:cs typeface="Meiryo UI" panose="020B0604030504040204" pitchFamily="50" charset="-128"/>
              </a:rPr>
              <a:t>⑤ </a:t>
            </a:r>
            <a:r>
              <a:rPr lang="en-US" altLang="ja-JP" sz="1000" kern="100" dirty="0">
                <a:latin typeface="Meiryo UI" panose="020B0604030504040204" pitchFamily="50" charset="-128"/>
                <a:ea typeface="Meiryo UI" panose="020B0604030504040204" pitchFamily="50" charset="-128"/>
                <a:cs typeface="Meiryo UI" panose="020B0604030504040204" pitchFamily="50" charset="-128"/>
              </a:rPr>
              <a:t>Click [OK]</a:t>
            </a:r>
          </a:p>
        </p:txBody>
      </p:sp>
      <p:sp>
        <p:nvSpPr>
          <p:cNvPr id="19" name="正方形/長方形 57">
            <a:extLst>
              <a:ext uri="{FF2B5EF4-FFF2-40B4-BE49-F238E27FC236}">
                <a16:creationId xmlns:a16="http://schemas.microsoft.com/office/drawing/2014/main" id="{695F1384-4033-D1DD-C47A-1417413A3C7D}"/>
              </a:ext>
            </a:extLst>
          </p:cNvPr>
          <p:cNvSpPr/>
          <p:nvPr/>
        </p:nvSpPr>
        <p:spPr>
          <a:xfrm>
            <a:off x="6717333" y="3017725"/>
            <a:ext cx="1968317" cy="430887"/>
          </a:xfrm>
          <a:prstGeom prst="rect">
            <a:avLst/>
          </a:prstGeom>
          <a:solidFill>
            <a:schemeClr val="accent5">
              <a:lumMod val="40000"/>
              <a:lumOff val="60000"/>
            </a:schemeClr>
          </a:solidFill>
        </p:spPr>
        <p:txBody>
          <a:bodyPr wrap="square" lIns="144000" rIns="144000">
            <a:spAutoFit/>
          </a:bodyPr>
          <a:lstStyle/>
          <a:p>
            <a:pPr>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④ </a:t>
            </a: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Target user is selected</a:t>
            </a:r>
          </a:p>
        </p:txBody>
      </p:sp>
      <p:sp>
        <p:nvSpPr>
          <p:cNvPr id="20" name="Speech Bubble: Rectangle 19">
            <a:extLst>
              <a:ext uri="{FF2B5EF4-FFF2-40B4-BE49-F238E27FC236}">
                <a16:creationId xmlns:a16="http://schemas.microsoft.com/office/drawing/2014/main" id="{CBD27D92-5FA9-149E-6F09-C0E528AD8874}"/>
              </a:ext>
            </a:extLst>
          </p:cNvPr>
          <p:cNvSpPr/>
          <p:nvPr/>
        </p:nvSpPr>
        <p:spPr bwMode="auto">
          <a:xfrm>
            <a:off x="5566036" y="4716103"/>
            <a:ext cx="1762492" cy="786077"/>
          </a:xfrm>
          <a:prstGeom prst="wedgeRectCallout">
            <a:avLst>
              <a:gd name="adj1" fmla="val 3420"/>
              <a:gd name="adj2" fmla="val -167736"/>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spcAft>
                <a:spcPts val="0"/>
              </a:spcAft>
            </a:pPr>
            <a:r>
              <a:rPr lang="ja-JP" altLang="en-US" sz="1000" kern="100"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1000" dirty="0"/>
              <a:t> Enter from 3 characters of username or user ID and select target user from list</a:t>
            </a:r>
            <a:endParaRPr lang="en-US" altLang="ja-JP" sz="1000" kern="100" dirty="0">
              <a:latin typeface="Meiryo UI" panose="020B0604030504040204" pitchFamily="50" charset="-128"/>
              <a:ea typeface="Meiryo UI" panose="020B0604030504040204" pitchFamily="50" charset="-128"/>
              <a:cs typeface="Meiryo UI" panose="020B0604030504040204" pitchFamily="50" charset="-128"/>
            </a:endParaRPr>
          </a:p>
          <a:p>
            <a:pPr fontAlgn="base">
              <a:spcBef>
                <a:spcPct val="0"/>
              </a:spcBef>
              <a:spcAft>
                <a:spcPct val="0"/>
              </a:spcAft>
            </a:pPr>
            <a:endParaRPr lang="en-IN" sz="1000" dirty="0"/>
          </a:p>
          <a:p>
            <a:pPr marL="0" marR="0" indent="0" algn="l" defTabSz="914400" rtl="0" eaLnBrk="1" fontAlgn="base" latinLnBrk="0" hangingPunct="1">
              <a:lnSpc>
                <a:spcPct val="100000"/>
              </a:lnSpc>
              <a:spcBef>
                <a:spcPct val="0"/>
              </a:spcBef>
              <a:spcAft>
                <a:spcPct val="0"/>
              </a:spcAft>
              <a:buClrTx/>
              <a:buSzTx/>
              <a:buFontTx/>
              <a:buNone/>
              <a:tabLst/>
            </a:pPr>
            <a:endParaRPr kumimoji="1" lang="en-IN" sz="1000" b="0" i="0" u="none" strike="noStrike" cap="none" normalizeH="0" baseline="0" dirty="0">
              <a:ln>
                <a:noFill/>
              </a:ln>
              <a:effectLst/>
              <a:latin typeface="Meiryo UI" panose="020B0604030504040204" pitchFamily="34" charset="-128"/>
              <a:ea typeface="Meiryo UI" panose="020B0604030504040204" pitchFamily="34" charset="-128"/>
            </a:endParaRPr>
          </a:p>
        </p:txBody>
      </p:sp>
      <p:sp>
        <p:nvSpPr>
          <p:cNvPr id="21" name="正方形/長方形 57">
            <a:extLst>
              <a:ext uri="{FF2B5EF4-FFF2-40B4-BE49-F238E27FC236}">
                <a16:creationId xmlns:a16="http://schemas.microsoft.com/office/drawing/2014/main" id="{F87E8168-E34F-3BCA-B2EA-68BA04E5BE49}"/>
              </a:ext>
            </a:extLst>
          </p:cNvPr>
          <p:cNvSpPr/>
          <p:nvPr/>
        </p:nvSpPr>
        <p:spPr>
          <a:xfrm>
            <a:off x="5797296" y="616047"/>
            <a:ext cx="2612524" cy="430887"/>
          </a:xfrm>
          <a:prstGeom prst="rect">
            <a:avLst/>
          </a:prstGeom>
          <a:solidFill>
            <a:schemeClr val="accent5">
              <a:lumMod val="40000"/>
              <a:lumOff val="60000"/>
            </a:schemeClr>
          </a:solidFill>
        </p:spPr>
        <p:txBody>
          <a:bodyPr wrap="square" lIns="144000" rIns="144000">
            <a:spAutoFit/>
          </a:bodyPr>
          <a:lstStyle/>
          <a:p>
            <a:pPr>
              <a:spcAft>
                <a:spcPts val="0"/>
              </a:spcAft>
            </a:pP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We can also add multiple approvers in same stage </a:t>
            </a:r>
          </a:p>
        </p:txBody>
      </p:sp>
      <p:pic>
        <p:nvPicPr>
          <p:cNvPr id="23" name="Picture 22">
            <a:extLst>
              <a:ext uri="{FF2B5EF4-FFF2-40B4-BE49-F238E27FC236}">
                <a16:creationId xmlns:a16="http://schemas.microsoft.com/office/drawing/2014/main" id="{139848DC-C5C8-7D88-7119-95BF8D938741}"/>
              </a:ext>
            </a:extLst>
          </p:cNvPr>
          <p:cNvPicPr>
            <a:picLocks noChangeAspect="1"/>
          </p:cNvPicPr>
          <p:nvPr/>
        </p:nvPicPr>
        <p:blipFill>
          <a:blip r:embed="rId5"/>
          <a:stretch>
            <a:fillRect/>
          </a:stretch>
        </p:blipFill>
        <p:spPr>
          <a:xfrm>
            <a:off x="5880735" y="1370201"/>
            <a:ext cx="2445357" cy="1171734"/>
          </a:xfrm>
          <a:prstGeom prst="rect">
            <a:avLst/>
          </a:prstGeom>
        </p:spPr>
      </p:pic>
      <p:cxnSp>
        <p:nvCxnSpPr>
          <p:cNvPr id="24" name="Straight Arrow Connector 23">
            <a:extLst>
              <a:ext uri="{FF2B5EF4-FFF2-40B4-BE49-F238E27FC236}">
                <a16:creationId xmlns:a16="http://schemas.microsoft.com/office/drawing/2014/main" id="{C9D1986E-A510-173F-71D1-4A0E8EFCC8FA}"/>
              </a:ext>
            </a:extLst>
          </p:cNvPr>
          <p:cNvCxnSpPr/>
          <p:nvPr/>
        </p:nvCxnSpPr>
        <p:spPr bwMode="auto">
          <a:xfrm>
            <a:off x="6876330" y="1046934"/>
            <a:ext cx="0" cy="441139"/>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Speech Bubble: Rectangle 25">
            <a:extLst>
              <a:ext uri="{FF2B5EF4-FFF2-40B4-BE49-F238E27FC236}">
                <a16:creationId xmlns:a16="http://schemas.microsoft.com/office/drawing/2014/main" id="{A82D21BC-D82C-A3A3-668C-36239BFE79C8}"/>
              </a:ext>
            </a:extLst>
          </p:cNvPr>
          <p:cNvSpPr/>
          <p:nvPr/>
        </p:nvSpPr>
        <p:spPr bwMode="auto">
          <a:xfrm>
            <a:off x="9131046" y="4257985"/>
            <a:ext cx="2667861" cy="786077"/>
          </a:xfrm>
          <a:prstGeom prst="wedgeRectCallout">
            <a:avLst>
              <a:gd name="adj1" fmla="val 9127"/>
              <a:gd name="adj2" fmla="val -73513"/>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spcAft>
                <a:spcPts val="0"/>
              </a:spcAft>
            </a:pPr>
            <a:r>
              <a:rPr lang="ja-JP" altLang="en-US" sz="1000" kern="100" dirty="0">
                <a:latin typeface="Meiryo UI" panose="020B0604030504040204" pitchFamily="50" charset="-128"/>
                <a:ea typeface="Meiryo UI" panose="020B0604030504040204" pitchFamily="50" charset="-128"/>
                <a:cs typeface="Meiryo UI" panose="020B0604030504040204" pitchFamily="50" charset="-128"/>
              </a:rPr>
              <a:t>⑥ </a:t>
            </a:r>
            <a:r>
              <a:rPr lang="en-US" altLang="ja-JP" sz="1000" kern="100" dirty="0">
                <a:latin typeface="Meiryo UI" panose="020B0604030504040204" pitchFamily="50" charset="-128"/>
                <a:ea typeface="Meiryo UI" panose="020B0604030504040204" pitchFamily="50" charset="-128"/>
                <a:cs typeface="Meiryo UI" panose="020B0604030504040204" pitchFamily="50" charset="-128"/>
              </a:rPr>
              <a:t>Click on Add button again to add next stage of approval</a:t>
            </a:r>
          </a:p>
          <a:p>
            <a:pPr>
              <a:spcAft>
                <a:spcPts val="0"/>
              </a:spcAft>
            </a:pPr>
            <a:br>
              <a:rPr lang="en-IN" sz="1000" dirty="0"/>
            </a:br>
            <a:br>
              <a:rPr lang="en-IN" sz="1000" dirty="0"/>
            </a:br>
            <a:endParaRPr lang="en-US" altLang="ja-JP" sz="1000" kern="1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2" name="TextBox 31">
            <a:extLst>
              <a:ext uri="{FF2B5EF4-FFF2-40B4-BE49-F238E27FC236}">
                <a16:creationId xmlns:a16="http://schemas.microsoft.com/office/drawing/2014/main" id="{4CD9343A-61DB-1641-FE46-2274DD575287}"/>
              </a:ext>
            </a:extLst>
          </p:cNvPr>
          <p:cNvSpPr txBox="1"/>
          <p:nvPr/>
        </p:nvSpPr>
        <p:spPr>
          <a:xfrm>
            <a:off x="3033522" y="3212645"/>
            <a:ext cx="6140196" cy="646331"/>
          </a:xfrm>
          <a:prstGeom prst="rect">
            <a:avLst/>
          </a:prstGeom>
          <a:noFill/>
        </p:spPr>
        <p:txBody>
          <a:bodyPr wrap="square">
            <a:spAutoFit/>
          </a:bodyPr>
          <a:lstStyle/>
          <a:p>
            <a:br>
              <a:rPr lang="en-IN" dirty="0"/>
            </a:br>
            <a:endParaRPr lang="en-IN" dirty="0"/>
          </a:p>
        </p:txBody>
      </p:sp>
      <p:pic>
        <p:nvPicPr>
          <p:cNvPr id="34" name="Picture 33">
            <a:extLst>
              <a:ext uri="{FF2B5EF4-FFF2-40B4-BE49-F238E27FC236}">
                <a16:creationId xmlns:a16="http://schemas.microsoft.com/office/drawing/2014/main" id="{00CAFC20-C078-DD11-3D1D-759DE1D6F047}"/>
              </a:ext>
            </a:extLst>
          </p:cNvPr>
          <p:cNvPicPr>
            <a:picLocks noChangeAspect="1"/>
          </p:cNvPicPr>
          <p:nvPr/>
        </p:nvPicPr>
        <p:blipFill>
          <a:blip r:embed="rId6"/>
          <a:stretch>
            <a:fillRect/>
          </a:stretch>
        </p:blipFill>
        <p:spPr>
          <a:xfrm>
            <a:off x="9218099" y="4702962"/>
            <a:ext cx="2743121" cy="1753987"/>
          </a:xfrm>
          <a:prstGeom prst="rect">
            <a:avLst/>
          </a:prstGeom>
        </p:spPr>
      </p:pic>
      <p:sp>
        <p:nvSpPr>
          <p:cNvPr id="35" name="Speech Bubble: Rectangle 34">
            <a:extLst>
              <a:ext uri="{FF2B5EF4-FFF2-40B4-BE49-F238E27FC236}">
                <a16:creationId xmlns:a16="http://schemas.microsoft.com/office/drawing/2014/main" id="{5320459B-CCFF-A5CF-E36F-7C60A500AB13}"/>
              </a:ext>
            </a:extLst>
          </p:cNvPr>
          <p:cNvSpPr/>
          <p:nvPr/>
        </p:nvSpPr>
        <p:spPr bwMode="auto">
          <a:xfrm>
            <a:off x="7444846" y="5631328"/>
            <a:ext cx="1762492" cy="786077"/>
          </a:xfrm>
          <a:prstGeom prst="wedgeRectCallout">
            <a:avLst>
              <a:gd name="adj1" fmla="val 150243"/>
              <a:gd name="adj2" fmla="val 18383"/>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en-US" altLang="ja-JP" sz="1000" dirty="0"/>
              <a:t>If you want to modify/delete/change approver stage, please use these buttons</a:t>
            </a:r>
            <a:endParaRPr lang="ja-JP" altLang="en-US" sz="1000" dirty="0"/>
          </a:p>
          <a:p>
            <a:pPr fontAlgn="base">
              <a:spcBef>
                <a:spcPct val="0"/>
              </a:spcBef>
              <a:spcAft>
                <a:spcPct val="0"/>
              </a:spcAft>
            </a:pPr>
            <a:endParaRPr lang="en-IN" sz="1000" dirty="0"/>
          </a:p>
          <a:p>
            <a:pPr marL="0" marR="0" indent="0" algn="l" defTabSz="914400" rtl="0" eaLnBrk="1" fontAlgn="base" latinLnBrk="0" hangingPunct="1">
              <a:lnSpc>
                <a:spcPct val="100000"/>
              </a:lnSpc>
              <a:spcBef>
                <a:spcPct val="0"/>
              </a:spcBef>
              <a:spcAft>
                <a:spcPct val="0"/>
              </a:spcAft>
              <a:buClrTx/>
              <a:buSzTx/>
              <a:buFontTx/>
              <a:buNone/>
              <a:tabLst/>
            </a:pPr>
            <a:endParaRPr kumimoji="1" lang="en-IN" sz="1000" b="0" i="0" u="none" strike="noStrike" cap="none" normalizeH="0" baseline="0" dirty="0">
              <a:ln>
                <a:noFill/>
              </a:ln>
              <a:effectLst/>
              <a:latin typeface="Meiryo UI" panose="020B0604030504040204" pitchFamily="34" charset="-128"/>
              <a:ea typeface="Meiryo UI" panose="020B0604030504040204" pitchFamily="34" charset="-128"/>
            </a:endParaRPr>
          </a:p>
        </p:txBody>
      </p:sp>
      <p:sp>
        <p:nvSpPr>
          <p:cNvPr id="36" name="角丸四角形 26">
            <a:extLst>
              <a:ext uri="{FF2B5EF4-FFF2-40B4-BE49-F238E27FC236}">
                <a16:creationId xmlns:a16="http://schemas.microsoft.com/office/drawing/2014/main" id="{7463789E-842D-149A-29CB-C78531B933CA}"/>
              </a:ext>
            </a:extLst>
          </p:cNvPr>
          <p:cNvSpPr/>
          <p:nvPr/>
        </p:nvSpPr>
        <p:spPr>
          <a:xfrm>
            <a:off x="11133379" y="5410791"/>
            <a:ext cx="260045" cy="786076"/>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13" name="TextBox 12">
            <a:extLst>
              <a:ext uri="{FF2B5EF4-FFF2-40B4-BE49-F238E27FC236}">
                <a16:creationId xmlns:a16="http://schemas.microsoft.com/office/drawing/2014/main" id="{97DA23EA-6805-C333-3F1C-0BBBCB5CCCB4}"/>
              </a:ext>
            </a:extLst>
          </p:cNvPr>
          <p:cNvSpPr txBox="1"/>
          <p:nvPr/>
        </p:nvSpPr>
        <p:spPr>
          <a:xfrm>
            <a:off x="0" y="616047"/>
            <a:ext cx="5589358" cy="253916"/>
          </a:xfrm>
          <a:prstGeom prst="rect">
            <a:avLst/>
          </a:prstGeom>
          <a:noFill/>
        </p:spPr>
        <p:txBody>
          <a:bodyPr wrap="square" rtlCol="0">
            <a:spAutoFit/>
          </a:bodyPr>
          <a:lstStyle/>
          <a:p>
            <a:r>
              <a:rPr lang="en-US" sz="1050" dirty="0"/>
              <a:t>Please follow the below steps:</a:t>
            </a:r>
            <a:endParaRPr lang="en-IN" sz="1050" dirty="0"/>
          </a:p>
        </p:txBody>
      </p:sp>
    </p:spTree>
    <p:extLst>
      <p:ext uri="{BB962C8B-B14F-4D97-AF65-F5344CB8AC3E}">
        <p14:creationId xmlns:p14="http://schemas.microsoft.com/office/powerpoint/2010/main" val="2767982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7C350F2D-EFC8-0849-C4E3-798C47C583E9}"/>
              </a:ext>
            </a:extLst>
          </p:cNvPr>
          <p:cNvSpPr txBox="1">
            <a:spLocks/>
          </p:cNvSpPr>
          <p:nvPr/>
        </p:nvSpPr>
        <p:spPr>
          <a:xfrm>
            <a:off x="-73152" y="117641"/>
            <a:ext cx="9753600" cy="536575"/>
          </a:xfrm>
          <a:prstGeom prst="rect">
            <a:avLst/>
          </a:prstGeom>
        </p:spPr>
        <p:txBody>
          <a:bodyPr/>
          <a:lstStyle>
            <a:lvl1pPr algn="l" rtl="0" eaLnBrk="1" fontAlgn="base" hangingPunct="1">
              <a:spcBef>
                <a:spcPct val="0"/>
              </a:spcBef>
              <a:spcAft>
                <a:spcPct val="0"/>
              </a:spcAft>
              <a:defRPr kumimoji="1" sz="2100">
                <a:solidFill>
                  <a:srgbClr val="000000"/>
                </a:solidFill>
                <a:latin typeface="Verdana" pitchFamily="34" charset="0"/>
                <a:ea typeface="+mj-ea"/>
                <a:cs typeface="Verdana" pitchFamily="34" charset="0"/>
              </a:defRPr>
            </a:lvl1pPr>
            <a:lvl2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2pPr>
            <a:lvl3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3pPr>
            <a:lvl4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4pPr>
            <a:lvl5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5pPr>
            <a:lvl6pPr marL="3429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6pPr>
            <a:lvl7pPr marL="6858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7pPr>
            <a:lvl8pPr marL="10287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8pPr>
            <a:lvl9pPr marL="13716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9pPr>
          </a:lstStyle>
          <a:p>
            <a:r>
              <a:rPr lang="en-US" altLang="ja-JP" kern="0" dirty="0"/>
              <a:t>1-3. </a:t>
            </a:r>
            <a:r>
              <a:rPr lang="en-US" altLang="ja-JP" kern="100" dirty="0">
                <a:latin typeface="Meiryo UI" panose="020B0604030504040204" pitchFamily="50" charset="-128"/>
                <a:ea typeface="Meiryo UI" panose="020B0604030504040204" pitchFamily="50" charset="-128"/>
                <a:cs typeface="Meiryo UI" panose="020B0604030504040204" pitchFamily="50" charset="-128"/>
              </a:rPr>
              <a:t>How to set Distributors</a:t>
            </a:r>
            <a:endParaRPr lang="ja-JP" altLang="en-US" kern="0" dirty="0"/>
          </a:p>
        </p:txBody>
      </p:sp>
      <p:sp>
        <p:nvSpPr>
          <p:cNvPr id="6" name="TextBox 5">
            <a:extLst>
              <a:ext uri="{FF2B5EF4-FFF2-40B4-BE49-F238E27FC236}">
                <a16:creationId xmlns:a16="http://schemas.microsoft.com/office/drawing/2014/main" id="{BD4C5092-E3E2-C78C-0B76-FBD9EFDB9FB8}"/>
              </a:ext>
            </a:extLst>
          </p:cNvPr>
          <p:cNvSpPr txBox="1"/>
          <p:nvPr/>
        </p:nvSpPr>
        <p:spPr>
          <a:xfrm>
            <a:off x="36576" y="663102"/>
            <a:ext cx="11658600" cy="307777"/>
          </a:xfrm>
          <a:prstGeom prst="rect">
            <a:avLst/>
          </a:prstGeom>
          <a:noFill/>
        </p:spPr>
        <p:txBody>
          <a:bodyPr wrap="square">
            <a:spAutoFit/>
          </a:bodyPr>
          <a:lstStyle/>
          <a:p>
            <a:r>
              <a:rPr lang="en-US" altLang="ja-JP" sz="1400" dirty="0">
                <a:latin typeface="Meiryo UI" panose="020B0604030504040204" pitchFamily="50" charset="-128"/>
                <a:ea typeface="Meiryo UI" panose="020B0604030504040204" pitchFamily="50" charset="-128"/>
              </a:rPr>
              <a:t>You can set Distributors as needed by following steps.</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When document is approved, notification mail will be sent to Distributors.</a:t>
            </a:r>
            <a:endParaRPr lang="ja-JP" altLang="en-US" sz="1400" dirty="0"/>
          </a:p>
        </p:txBody>
      </p:sp>
      <p:pic>
        <p:nvPicPr>
          <p:cNvPr id="8" name="Picture 7">
            <a:extLst>
              <a:ext uri="{FF2B5EF4-FFF2-40B4-BE49-F238E27FC236}">
                <a16:creationId xmlns:a16="http://schemas.microsoft.com/office/drawing/2014/main" id="{1EA0DA85-1551-5417-D935-B3EDE14EF5BE}"/>
              </a:ext>
            </a:extLst>
          </p:cNvPr>
          <p:cNvPicPr>
            <a:picLocks noChangeAspect="1"/>
          </p:cNvPicPr>
          <p:nvPr/>
        </p:nvPicPr>
        <p:blipFill>
          <a:blip r:embed="rId2"/>
          <a:stretch>
            <a:fillRect/>
          </a:stretch>
        </p:blipFill>
        <p:spPr>
          <a:xfrm>
            <a:off x="36576" y="1335023"/>
            <a:ext cx="3886200" cy="2566988"/>
          </a:xfrm>
          <a:prstGeom prst="rect">
            <a:avLst/>
          </a:prstGeom>
        </p:spPr>
      </p:pic>
      <p:sp>
        <p:nvSpPr>
          <p:cNvPr id="9" name="Speech Bubble: Rectangle 8">
            <a:extLst>
              <a:ext uri="{FF2B5EF4-FFF2-40B4-BE49-F238E27FC236}">
                <a16:creationId xmlns:a16="http://schemas.microsoft.com/office/drawing/2014/main" id="{23775FD8-FFB8-7C62-8D54-2FC41ACB9F0A}"/>
              </a:ext>
            </a:extLst>
          </p:cNvPr>
          <p:cNvSpPr/>
          <p:nvPr/>
        </p:nvSpPr>
        <p:spPr bwMode="auto">
          <a:xfrm>
            <a:off x="133350" y="3902011"/>
            <a:ext cx="1690116" cy="536575"/>
          </a:xfrm>
          <a:prstGeom prst="wedgeRectCallout">
            <a:avLst>
              <a:gd name="adj1" fmla="val 22445"/>
              <a:gd name="adj2" fmla="val -102822"/>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IN" sz="1000" dirty="0"/>
              <a:t>① Click on +Add  or –Remove button</a:t>
            </a:r>
          </a:p>
          <a:p>
            <a:pPr marL="0" marR="0" indent="0" algn="l" defTabSz="914400" rtl="0" eaLnBrk="1" fontAlgn="base" latinLnBrk="0" hangingPunct="1">
              <a:lnSpc>
                <a:spcPct val="100000"/>
              </a:lnSpc>
              <a:spcBef>
                <a:spcPct val="0"/>
              </a:spcBef>
              <a:spcAft>
                <a:spcPct val="0"/>
              </a:spcAft>
              <a:buClrTx/>
              <a:buSzTx/>
              <a:buFontTx/>
              <a:buNone/>
              <a:tabLst/>
            </a:pPr>
            <a:endParaRPr kumimoji="1" lang="en-IN" sz="1000" b="0" i="0" u="none" strike="noStrike" cap="none" normalizeH="0" baseline="0" dirty="0">
              <a:ln>
                <a:noFill/>
              </a:ln>
              <a:effectLst/>
              <a:latin typeface="Meiryo UI" panose="020B0604030504040204" pitchFamily="34" charset="-128"/>
              <a:ea typeface="Meiryo UI" panose="020B0604030504040204" pitchFamily="34" charset="-128"/>
            </a:endParaRPr>
          </a:p>
        </p:txBody>
      </p:sp>
      <p:sp>
        <p:nvSpPr>
          <p:cNvPr id="10" name="Speech Bubble: Rectangle 9">
            <a:extLst>
              <a:ext uri="{FF2B5EF4-FFF2-40B4-BE49-F238E27FC236}">
                <a16:creationId xmlns:a16="http://schemas.microsoft.com/office/drawing/2014/main" id="{5ADD1728-F7CA-B2C6-38D1-8D47767102C3}"/>
              </a:ext>
            </a:extLst>
          </p:cNvPr>
          <p:cNvSpPr/>
          <p:nvPr/>
        </p:nvSpPr>
        <p:spPr bwMode="auto">
          <a:xfrm>
            <a:off x="3051810" y="2618517"/>
            <a:ext cx="1690116" cy="536575"/>
          </a:xfrm>
          <a:prstGeom prst="wedgeRectCallout">
            <a:avLst>
              <a:gd name="adj1" fmla="val -30034"/>
              <a:gd name="adj2" fmla="val -92597"/>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IN" sz="1000" dirty="0"/>
              <a:t>②  This pop-up box appears</a:t>
            </a:r>
          </a:p>
          <a:p>
            <a:pPr fontAlgn="base">
              <a:spcBef>
                <a:spcPct val="0"/>
              </a:spcBef>
              <a:spcAft>
                <a:spcPct val="0"/>
              </a:spcAft>
            </a:pPr>
            <a:endParaRPr lang="en-IN" sz="1000" dirty="0"/>
          </a:p>
          <a:p>
            <a:pPr marL="0" marR="0" indent="0" algn="l" defTabSz="914400" rtl="0" eaLnBrk="1" fontAlgn="base" latinLnBrk="0" hangingPunct="1">
              <a:lnSpc>
                <a:spcPct val="100000"/>
              </a:lnSpc>
              <a:spcBef>
                <a:spcPct val="0"/>
              </a:spcBef>
              <a:spcAft>
                <a:spcPct val="0"/>
              </a:spcAft>
              <a:buClrTx/>
              <a:buSzTx/>
              <a:buFontTx/>
              <a:buNone/>
              <a:tabLst/>
            </a:pPr>
            <a:endParaRPr kumimoji="1" lang="en-IN" sz="1000" b="0" i="0" u="none" strike="noStrike" cap="none" normalizeH="0" baseline="0" dirty="0">
              <a:ln>
                <a:noFill/>
              </a:ln>
              <a:effectLst/>
              <a:latin typeface="Meiryo UI" panose="020B0604030504040204" pitchFamily="34" charset="-128"/>
              <a:ea typeface="Meiryo UI" panose="020B0604030504040204" pitchFamily="34" charset="-128"/>
            </a:endParaRPr>
          </a:p>
        </p:txBody>
      </p:sp>
      <p:pic>
        <p:nvPicPr>
          <p:cNvPr id="12" name="Picture 11">
            <a:extLst>
              <a:ext uri="{FF2B5EF4-FFF2-40B4-BE49-F238E27FC236}">
                <a16:creationId xmlns:a16="http://schemas.microsoft.com/office/drawing/2014/main" id="{CE3B204A-CE78-37D4-8EEC-15044F7A8AE5}"/>
              </a:ext>
            </a:extLst>
          </p:cNvPr>
          <p:cNvPicPr>
            <a:picLocks noChangeAspect="1"/>
          </p:cNvPicPr>
          <p:nvPr/>
        </p:nvPicPr>
        <p:blipFill>
          <a:blip r:embed="rId3"/>
          <a:stretch>
            <a:fillRect/>
          </a:stretch>
        </p:blipFill>
        <p:spPr>
          <a:xfrm>
            <a:off x="5327523" y="1418551"/>
            <a:ext cx="4352925" cy="1914525"/>
          </a:xfrm>
          <a:prstGeom prst="rect">
            <a:avLst/>
          </a:prstGeom>
        </p:spPr>
      </p:pic>
      <p:sp>
        <p:nvSpPr>
          <p:cNvPr id="13" name="Speech Bubble: Rectangle 12">
            <a:extLst>
              <a:ext uri="{FF2B5EF4-FFF2-40B4-BE49-F238E27FC236}">
                <a16:creationId xmlns:a16="http://schemas.microsoft.com/office/drawing/2014/main" id="{849AA6BF-1929-DDE1-8029-9E49FA545527}"/>
              </a:ext>
            </a:extLst>
          </p:cNvPr>
          <p:cNvSpPr/>
          <p:nvPr/>
        </p:nvSpPr>
        <p:spPr bwMode="auto">
          <a:xfrm>
            <a:off x="5599938" y="3064788"/>
            <a:ext cx="1690116" cy="536575"/>
          </a:xfrm>
          <a:prstGeom prst="wedgeRectCallout">
            <a:avLst>
              <a:gd name="adj1" fmla="val -30034"/>
              <a:gd name="adj2" fmla="val -92597"/>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IN" sz="1000" dirty="0"/>
              <a:t>③  Select </a:t>
            </a:r>
            <a:r>
              <a:rPr lang="en-IN" sz="1000" dirty="0" err="1"/>
              <a:t>UserIDs</a:t>
            </a:r>
            <a:endParaRPr lang="en-IN" sz="1000" dirty="0"/>
          </a:p>
          <a:p>
            <a:pPr fontAlgn="base">
              <a:spcBef>
                <a:spcPct val="0"/>
              </a:spcBef>
              <a:spcAft>
                <a:spcPct val="0"/>
              </a:spcAft>
            </a:pPr>
            <a:endParaRPr lang="en-IN" sz="1000" dirty="0"/>
          </a:p>
          <a:p>
            <a:pPr marL="0" marR="0" indent="0" algn="l" defTabSz="914400" rtl="0" eaLnBrk="1" fontAlgn="base" latinLnBrk="0" hangingPunct="1">
              <a:lnSpc>
                <a:spcPct val="100000"/>
              </a:lnSpc>
              <a:spcBef>
                <a:spcPct val="0"/>
              </a:spcBef>
              <a:spcAft>
                <a:spcPct val="0"/>
              </a:spcAft>
              <a:buClrTx/>
              <a:buSzTx/>
              <a:buFontTx/>
              <a:buNone/>
              <a:tabLst/>
            </a:pPr>
            <a:endParaRPr kumimoji="1" lang="en-IN" sz="1000" b="0" i="0" u="none" strike="noStrike" cap="none" normalizeH="0" baseline="0" dirty="0">
              <a:ln>
                <a:noFill/>
              </a:ln>
              <a:effectLst/>
              <a:latin typeface="Meiryo UI" panose="020B0604030504040204" pitchFamily="34" charset="-128"/>
              <a:ea typeface="Meiryo UI" panose="020B0604030504040204" pitchFamily="34" charset="-128"/>
            </a:endParaRPr>
          </a:p>
        </p:txBody>
      </p:sp>
      <p:cxnSp>
        <p:nvCxnSpPr>
          <p:cNvPr id="14" name="Straight Arrow Connector 13">
            <a:extLst>
              <a:ext uri="{FF2B5EF4-FFF2-40B4-BE49-F238E27FC236}">
                <a16:creationId xmlns:a16="http://schemas.microsoft.com/office/drawing/2014/main" id="{3D0DD102-7BF7-A6ED-7C9C-D337A065E8E9}"/>
              </a:ext>
            </a:extLst>
          </p:cNvPr>
          <p:cNvCxnSpPr/>
          <p:nvPr/>
        </p:nvCxnSpPr>
        <p:spPr bwMode="auto">
          <a:xfrm>
            <a:off x="4554813" y="3007525"/>
            <a:ext cx="772710" cy="0"/>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Arrow Connector 15">
            <a:extLst>
              <a:ext uri="{FF2B5EF4-FFF2-40B4-BE49-F238E27FC236}">
                <a16:creationId xmlns:a16="http://schemas.microsoft.com/office/drawing/2014/main" id="{EA6884AB-24A7-FBD4-64C5-4C4AE705364C}"/>
              </a:ext>
            </a:extLst>
          </p:cNvPr>
          <p:cNvCxnSpPr/>
          <p:nvPr/>
        </p:nvCxnSpPr>
        <p:spPr bwMode="auto">
          <a:xfrm>
            <a:off x="9462093" y="3064788"/>
            <a:ext cx="0" cy="758105"/>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Speech Bubble: Rectangle 16">
            <a:extLst>
              <a:ext uri="{FF2B5EF4-FFF2-40B4-BE49-F238E27FC236}">
                <a16:creationId xmlns:a16="http://schemas.microsoft.com/office/drawing/2014/main" id="{4D217AC5-78E5-4BC6-98F1-83626A507786}"/>
              </a:ext>
            </a:extLst>
          </p:cNvPr>
          <p:cNvSpPr/>
          <p:nvPr/>
        </p:nvSpPr>
        <p:spPr bwMode="auto">
          <a:xfrm>
            <a:off x="7290054" y="3429000"/>
            <a:ext cx="1690116" cy="536575"/>
          </a:xfrm>
          <a:prstGeom prst="wedgeRectCallout">
            <a:avLst>
              <a:gd name="adj1" fmla="val -30034"/>
              <a:gd name="adj2" fmla="val -92597"/>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IN" sz="1000" dirty="0"/>
              <a:t>④ Click OK</a:t>
            </a:r>
          </a:p>
          <a:p>
            <a:pPr marL="0" marR="0" indent="0" algn="l" defTabSz="914400" rtl="0" eaLnBrk="1" fontAlgn="base" latinLnBrk="0" hangingPunct="1">
              <a:lnSpc>
                <a:spcPct val="100000"/>
              </a:lnSpc>
              <a:spcBef>
                <a:spcPct val="0"/>
              </a:spcBef>
              <a:spcAft>
                <a:spcPct val="0"/>
              </a:spcAft>
              <a:buClrTx/>
              <a:buSzTx/>
              <a:buFontTx/>
              <a:buNone/>
              <a:tabLst/>
            </a:pPr>
            <a:endParaRPr kumimoji="1" lang="en-IN" sz="1000" b="0" i="0" u="none" strike="noStrike" cap="none" normalizeH="0" baseline="0" dirty="0">
              <a:ln>
                <a:noFill/>
              </a:ln>
              <a:effectLst/>
              <a:latin typeface="Meiryo UI" panose="020B0604030504040204" pitchFamily="34" charset="-128"/>
              <a:ea typeface="Meiryo UI" panose="020B0604030504040204" pitchFamily="34" charset="-128"/>
            </a:endParaRPr>
          </a:p>
        </p:txBody>
      </p:sp>
      <p:pic>
        <p:nvPicPr>
          <p:cNvPr id="19" name="Picture 18">
            <a:extLst>
              <a:ext uri="{FF2B5EF4-FFF2-40B4-BE49-F238E27FC236}">
                <a16:creationId xmlns:a16="http://schemas.microsoft.com/office/drawing/2014/main" id="{D536C2DE-A190-C66D-A1A1-7A090629D419}"/>
              </a:ext>
            </a:extLst>
          </p:cNvPr>
          <p:cNvPicPr>
            <a:picLocks noChangeAspect="1"/>
          </p:cNvPicPr>
          <p:nvPr/>
        </p:nvPicPr>
        <p:blipFill>
          <a:blip r:embed="rId4"/>
          <a:stretch>
            <a:fillRect/>
          </a:stretch>
        </p:blipFill>
        <p:spPr>
          <a:xfrm>
            <a:off x="8703641" y="3822893"/>
            <a:ext cx="3276671" cy="1776265"/>
          </a:xfrm>
          <a:prstGeom prst="rect">
            <a:avLst/>
          </a:prstGeom>
        </p:spPr>
      </p:pic>
      <p:sp>
        <p:nvSpPr>
          <p:cNvPr id="21" name="四角形吹き出し 40">
            <a:extLst>
              <a:ext uri="{FF2B5EF4-FFF2-40B4-BE49-F238E27FC236}">
                <a16:creationId xmlns:a16="http://schemas.microsoft.com/office/drawing/2014/main" id="{0585C494-8F42-0A8B-4D7D-B7C53415EFA8}"/>
              </a:ext>
            </a:extLst>
          </p:cNvPr>
          <p:cNvSpPr/>
          <p:nvPr/>
        </p:nvSpPr>
        <p:spPr>
          <a:xfrm>
            <a:off x="6127813" y="4136481"/>
            <a:ext cx="1659522" cy="1302968"/>
          </a:xfrm>
          <a:prstGeom prst="wedgeRectCallout">
            <a:avLst>
              <a:gd name="adj1" fmla="val 119622"/>
              <a:gd name="adj2" fmla="val 18245"/>
            </a:avLst>
          </a:prstGeom>
          <a:solidFill>
            <a:srgbClr val="4F81BD"/>
          </a:solidFill>
          <a:ln w="38100">
            <a:solidFill>
              <a:srgbClr val="243F60"/>
            </a:solidFill>
            <a:miter lim="800000"/>
            <a:headEnd/>
            <a:tailEnd/>
          </a:ln>
        </p:spPr>
        <p:txBody>
          <a:bodyPr vert="horz" wrap="square" lIns="91440" tIns="45720" rIns="91440" bIns="45720" numCol="1" anchor="ctr" anchorCtr="0" compatLnSpc="1">
            <a:prstTxWarp prst="textNoShape">
              <a:avLst/>
            </a:prstTxWarp>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00" dirty="0">
                <a:latin typeface="Meiryo UI" panose="020B0604030504040204" pitchFamily="50" charset="-128"/>
                <a:ea typeface="Meiryo UI" panose="020B0604030504040204" pitchFamily="50" charset="-128"/>
              </a:rPr>
              <a:t>If you want to delete any user from Distributor list, click[Add Or Remove] button again and in [Add or Remove] window, you can remove user you want.</a:t>
            </a:r>
            <a:endParaRPr lang="ja-JP" altLang="en-US" sz="1000" dirty="0">
              <a:latin typeface="Meiryo UI" panose="020B0604030504040204" pitchFamily="50" charset="-128"/>
              <a:ea typeface="Meiryo UI" panose="020B0604030504040204" pitchFamily="50" charset="-128"/>
            </a:endParaRPr>
          </a:p>
        </p:txBody>
      </p:sp>
      <p:sp>
        <p:nvSpPr>
          <p:cNvPr id="22" name="Speech Bubble: Rectangle 21">
            <a:extLst>
              <a:ext uri="{FF2B5EF4-FFF2-40B4-BE49-F238E27FC236}">
                <a16:creationId xmlns:a16="http://schemas.microsoft.com/office/drawing/2014/main" id="{6DEBB80C-A386-FE98-10B5-D52903785B2E}"/>
              </a:ext>
            </a:extLst>
          </p:cNvPr>
          <p:cNvSpPr/>
          <p:nvPr/>
        </p:nvSpPr>
        <p:spPr bwMode="auto">
          <a:xfrm>
            <a:off x="10323576" y="5820687"/>
            <a:ext cx="1371600" cy="479529"/>
          </a:xfrm>
          <a:prstGeom prst="wedgeRectCallout">
            <a:avLst>
              <a:gd name="adj1" fmla="val 23136"/>
              <a:gd name="adj2" fmla="val -147401"/>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IN" sz="1000" dirty="0"/>
              <a:t>⑤Click on Submit button</a:t>
            </a:r>
          </a:p>
          <a:p>
            <a:pPr marL="0" marR="0" indent="0" algn="l" defTabSz="914400" rtl="0" eaLnBrk="1" fontAlgn="base" latinLnBrk="0" hangingPunct="1">
              <a:lnSpc>
                <a:spcPct val="100000"/>
              </a:lnSpc>
              <a:spcBef>
                <a:spcPct val="0"/>
              </a:spcBef>
              <a:spcAft>
                <a:spcPct val="0"/>
              </a:spcAft>
              <a:buClrTx/>
              <a:buSzTx/>
              <a:buFontTx/>
              <a:buNone/>
              <a:tabLst/>
            </a:pPr>
            <a:endParaRPr kumimoji="1" lang="en-IN" sz="1000" b="0" i="0" u="none" strike="noStrike" cap="none" normalizeH="0" baseline="0" dirty="0">
              <a:ln>
                <a:noFill/>
              </a:ln>
              <a:effectLst/>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1057152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ED7142-3183-9219-7AE9-3C0AEC08B55D}"/>
              </a:ext>
            </a:extLst>
          </p:cNvPr>
          <p:cNvSpPr txBox="1"/>
          <p:nvPr/>
        </p:nvSpPr>
        <p:spPr>
          <a:xfrm>
            <a:off x="0" y="77555"/>
            <a:ext cx="6103620" cy="369332"/>
          </a:xfrm>
          <a:prstGeom prst="rect">
            <a:avLst/>
          </a:prstGeom>
          <a:noFill/>
        </p:spPr>
        <p:txBody>
          <a:bodyPr wrap="square">
            <a:spAutoFit/>
          </a:bodyPr>
          <a:lstStyle/>
          <a:p>
            <a:r>
              <a:rPr lang="en-US" altLang="ja-JP" dirty="0"/>
              <a:t>1-4. How to save approval route</a:t>
            </a:r>
            <a:endParaRPr lang="en-IN" dirty="0"/>
          </a:p>
        </p:txBody>
      </p:sp>
      <p:pic>
        <p:nvPicPr>
          <p:cNvPr id="5" name="図 40">
            <a:extLst>
              <a:ext uri="{FF2B5EF4-FFF2-40B4-BE49-F238E27FC236}">
                <a16:creationId xmlns:a16="http://schemas.microsoft.com/office/drawing/2014/main" id="{F3C56F29-2BE7-DABE-ACAC-4E319C59B70C}"/>
              </a:ext>
            </a:extLst>
          </p:cNvPr>
          <p:cNvPicPr>
            <a:picLocks noChangeAspect="1"/>
          </p:cNvPicPr>
          <p:nvPr/>
        </p:nvPicPr>
        <p:blipFill>
          <a:blip r:embed="rId2"/>
          <a:stretch>
            <a:fillRect/>
          </a:stretch>
        </p:blipFill>
        <p:spPr>
          <a:xfrm>
            <a:off x="7842112" y="1394665"/>
            <a:ext cx="3921961" cy="3095654"/>
          </a:xfrm>
          <a:prstGeom prst="rect">
            <a:avLst/>
          </a:prstGeom>
        </p:spPr>
      </p:pic>
      <p:pic>
        <p:nvPicPr>
          <p:cNvPr id="6" name="図 34">
            <a:extLst>
              <a:ext uri="{FF2B5EF4-FFF2-40B4-BE49-F238E27FC236}">
                <a16:creationId xmlns:a16="http://schemas.microsoft.com/office/drawing/2014/main" id="{C44B41A2-8BB9-AC4C-5E9E-738A2759AF50}"/>
              </a:ext>
            </a:extLst>
          </p:cNvPr>
          <p:cNvPicPr>
            <a:picLocks noChangeAspect="1"/>
          </p:cNvPicPr>
          <p:nvPr/>
        </p:nvPicPr>
        <p:blipFill>
          <a:blip r:embed="rId3"/>
          <a:stretch>
            <a:fillRect/>
          </a:stretch>
        </p:blipFill>
        <p:spPr>
          <a:xfrm>
            <a:off x="3535996" y="1452751"/>
            <a:ext cx="4100513" cy="2583245"/>
          </a:xfrm>
          <a:prstGeom prst="rect">
            <a:avLst/>
          </a:prstGeom>
        </p:spPr>
      </p:pic>
      <p:pic>
        <p:nvPicPr>
          <p:cNvPr id="7" name="図 8">
            <a:extLst>
              <a:ext uri="{FF2B5EF4-FFF2-40B4-BE49-F238E27FC236}">
                <a16:creationId xmlns:a16="http://schemas.microsoft.com/office/drawing/2014/main" id="{0B157AB4-9EC0-C3E2-1E3C-686D0F1B6CDA}"/>
              </a:ext>
            </a:extLst>
          </p:cNvPr>
          <p:cNvPicPr>
            <a:picLocks noChangeAspect="1"/>
          </p:cNvPicPr>
          <p:nvPr/>
        </p:nvPicPr>
        <p:blipFill>
          <a:blip r:embed="rId4"/>
          <a:stretch>
            <a:fillRect/>
          </a:stretch>
        </p:blipFill>
        <p:spPr>
          <a:xfrm>
            <a:off x="109534" y="1885576"/>
            <a:ext cx="3276117" cy="2619809"/>
          </a:xfrm>
          <a:prstGeom prst="rect">
            <a:avLst/>
          </a:prstGeom>
        </p:spPr>
      </p:pic>
      <p:sp>
        <p:nvSpPr>
          <p:cNvPr id="14" name="矢印: 右 18">
            <a:extLst>
              <a:ext uri="{FF2B5EF4-FFF2-40B4-BE49-F238E27FC236}">
                <a16:creationId xmlns:a16="http://schemas.microsoft.com/office/drawing/2014/main" id="{1C8E2AD9-107F-6352-36C6-C6B159A37D7F}"/>
              </a:ext>
            </a:extLst>
          </p:cNvPr>
          <p:cNvSpPr/>
          <p:nvPr/>
        </p:nvSpPr>
        <p:spPr bwMode="auto">
          <a:xfrm>
            <a:off x="3163234" y="2980038"/>
            <a:ext cx="410689" cy="649082"/>
          </a:xfrm>
          <a:prstGeom prst="rightArrow">
            <a:avLst/>
          </a:prstGeom>
          <a:solidFill>
            <a:schemeClr val="accent2"/>
          </a:solidFill>
          <a:ln w="12700" cap="flat" cmpd="sng" algn="ctr">
            <a:solidFill>
              <a:schemeClr val="tx2">
                <a:lumMod val="75000"/>
              </a:schemeClr>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dirty="0" err="1">
              <a:ln>
                <a:noFill/>
              </a:ln>
              <a:solidFill>
                <a:schemeClr val="bg1"/>
              </a:solidFill>
              <a:effectLst/>
              <a:ea typeface="ＭＳ Ｐゴシック" charset="-128"/>
            </a:endParaRPr>
          </a:p>
        </p:txBody>
      </p:sp>
      <p:sp>
        <p:nvSpPr>
          <p:cNvPr id="15" name="矢印: 右 19">
            <a:extLst>
              <a:ext uri="{FF2B5EF4-FFF2-40B4-BE49-F238E27FC236}">
                <a16:creationId xmlns:a16="http://schemas.microsoft.com/office/drawing/2014/main" id="{35232FF0-41E7-4963-60EA-0BE9B4E1B04F}"/>
              </a:ext>
            </a:extLst>
          </p:cNvPr>
          <p:cNvSpPr/>
          <p:nvPr/>
        </p:nvSpPr>
        <p:spPr bwMode="auto">
          <a:xfrm>
            <a:off x="7342808" y="2825140"/>
            <a:ext cx="585243" cy="567366"/>
          </a:xfrm>
          <a:prstGeom prst="rightArrow">
            <a:avLst/>
          </a:prstGeom>
          <a:solidFill>
            <a:schemeClr val="accent2"/>
          </a:solidFill>
          <a:ln w="12700" cap="flat" cmpd="sng" algn="ctr">
            <a:solidFill>
              <a:schemeClr val="tx2">
                <a:lumMod val="75000"/>
              </a:schemeClr>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dirty="0" err="1">
              <a:ln>
                <a:noFill/>
              </a:ln>
              <a:solidFill>
                <a:schemeClr val="bg1"/>
              </a:solidFill>
              <a:effectLst/>
              <a:ea typeface="ＭＳ Ｐゴシック" charset="-128"/>
            </a:endParaRPr>
          </a:p>
        </p:txBody>
      </p:sp>
      <p:sp>
        <p:nvSpPr>
          <p:cNvPr id="16" name="テキスト ボックス 20">
            <a:extLst>
              <a:ext uri="{FF2B5EF4-FFF2-40B4-BE49-F238E27FC236}">
                <a16:creationId xmlns:a16="http://schemas.microsoft.com/office/drawing/2014/main" id="{15669894-DE2D-29A9-1AC8-CEF40E8EA1C5}"/>
              </a:ext>
            </a:extLst>
          </p:cNvPr>
          <p:cNvSpPr txBox="1"/>
          <p:nvPr/>
        </p:nvSpPr>
        <p:spPr>
          <a:xfrm>
            <a:off x="300021" y="3974364"/>
            <a:ext cx="338554" cy="276999"/>
          </a:xfrm>
          <a:prstGeom prst="rect">
            <a:avLst/>
          </a:prstGeom>
          <a:noFill/>
        </p:spPr>
        <p:txBody>
          <a:bodyPr wrap="square" rtlCol="0">
            <a:spAutoFit/>
          </a:bodyPr>
          <a:lstStyle/>
          <a:p>
            <a:r>
              <a:rPr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①</a:t>
            </a:r>
            <a:endPar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正方形/長方形 21">
            <a:extLst>
              <a:ext uri="{FF2B5EF4-FFF2-40B4-BE49-F238E27FC236}">
                <a16:creationId xmlns:a16="http://schemas.microsoft.com/office/drawing/2014/main" id="{2AE704FB-7A29-98DD-46B6-7B1A7DB3E2B5}"/>
              </a:ext>
            </a:extLst>
          </p:cNvPr>
          <p:cNvSpPr/>
          <p:nvPr/>
        </p:nvSpPr>
        <p:spPr>
          <a:xfrm>
            <a:off x="568721" y="3982058"/>
            <a:ext cx="1665992" cy="261610"/>
          </a:xfrm>
          <a:prstGeom prst="rect">
            <a:avLst/>
          </a:prstGeom>
          <a:solidFill>
            <a:schemeClr val="accent5">
              <a:lumMod val="40000"/>
              <a:lumOff val="60000"/>
            </a:schemeClr>
          </a:solidFill>
        </p:spPr>
        <p:txBody>
          <a:bodyPr wrap="square" lIns="144000" rIns="144000">
            <a:spAutoFit/>
          </a:bodyPr>
          <a:lstStyle/>
          <a:p>
            <a:pPr>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① </a:t>
            </a: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Set approver</a:t>
            </a:r>
          </a:p>
        </p:txBody>
      </p:sp>
      <p:sp>
        <p:nvSpPr>
          <p:cNvPr id="18" name="テキスト ボックス 22">
            <a:extLst>
              <a:ext uri="{FF2B5EF4-FFF2-40B4-BE49-F238E27FC236}">
                <a16:creationId xmlns:a16="http://schemas.microsoft.com/office/drawing/2014/main" id="{71DCF0A7-0D3A-8026-E9AB-E9CCD3F99867}"/>
              </a:ext>
            </a:extLst>
          </p:cNvPr>
          <p:cNvSpPr txBox="1"/>
          <p:nvPr/>
        </p:nvSpPr>
        <p:spPr>
          <a:xfrm>
            <a:off x="2357905" y="2357308"/>
            <a:ext cx="338554" cy="276999"/>
          </a:xfrm>
          <a:prstGeom prst="rect">
            <a:avLst/>
          </a:prstGeom>
          <a:noFill/>
        </p:spPr>
        <p:txBody>
          <a:bodyPr wrap="square" rtlCol="0">
            <a:spAutoFit/>
          </a:bodyPr>
          <a:lstStyle/>
          <a:p>
            <a:r>
              <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②</a:t>
            </a:r>
          </a:p>
        </p:txBody>
      </p:sp>
      <p:sp>
        <p:nvSpPr>
          <p:cNvPr id="19" name="正方形/長方形 23">
            <a:extLst>
              <a:ext uri="{FF2B5EF4-FFF2-40B4-BE49-F238E27FC236}">
                <a16:creationId xmlns:a16="http://schemas.microsoft.com/office/drawing/2014/main" id="{F35D51FE-A1AD-EC0C-0B85-7F85CDEF5296}"/>
              </a:ext>
            </a:extLst>
          </p:cNvPr>
          <p:cNvSpPr/>
          <p:nvPr/>
        </p:nvSpPr>
        <p:spPr>
          <a:xfrm>
            <a:off x="1527234" y="1470062"/>
            <a:ext cx="1870228" cy="430887"/>
          </a:xfrm>
          <a:prstGeom prst="rect">
            <a:avLst/>
          </a:prstGeom>
          <a:solidFill>
            <a:schemeClr val="accent5">
              <a:lumMod val="40000"/>
              <a:lumOff val="60000"/>
            </a:schemeClr>
          </a:solidFill>
        </p:spPr>
        <p:txBody>
          <a:bodyPr wrap="square" lIns="144000" rIns="144000">
            <a:spAutoFit/>
          </a:bodyPr>
          <a:lstStyle/>
          <a:p>
            <a:pPr>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② </a:t>
            </a: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Select [Save As Route] icon</a:t>
            </a:r>
          </a:p>
        </p:txBody>
      </p:sp>
      <p:sp>
        <p:nvSpPr>
          <p:cNvPr id="20" name="テキスト ボックス 24">
            <a:extLst>
              <a:ext uri="{FF2B5EF4-FFF2-40B4-BE49-F238E27FC236}">
                <a16:creationId xmlns:a16="http://schemas.microsoft.com/office/drawing/2014/main" id="{5A20DCF1-7BC0-0E0A-2ED0-A2116B34E484}"/>
              </a:ext>
            </a:extLst>
          </p:cNvPr>
          <p:cNvSpPr txBox="1"/>
          <p:nvPr/>
        </p:nvSpPr>
        <p:spPr>
          <a:xfrm>
            <a:off x="5278864" y="2026449"/>
            <a:ext cx="338554" cy="276999"/>
          </a:xfrm>
          <a:prstGeom prst="rect">
            <a:avLst/>
          </a:prstGeom>
          <a:noFill/>
        </p:spPr>
        <p:txBody>
          <a:bodyPr wrap="square" rtlCol="0">
            <a:spAutoFit/>
          </a:bodyPr>
          <a:lstStyle/>
          <a:p>
            <a:r>
              <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③</a:t>
            </a:r>
          </a:p>
        </p:txBody>
      </p:sp>
      <p:sp>
        <p:nvSpPr>
          <p:cNvPr id="21" name="正方形/長方形 25">
            <a:extLst>
              <a:ext uri="{FF2B5EF4-FFF2-40B4-BE49-F238E27FC236}">
                <a16:creationId xmlns:a16="http://schemas.microsoft.com/office/drawing/2014/main" id="{3A7B0E0B-B420-2135-E853-A4CA96F65874}"/>
              </a:ext>
            </a:extLst>
          </p:cNvPr>
          <p:cNvSpPr/>
          <p:nvPr/>
        </p:nvSpPr>
        <p:spPr>
          <a:xfrm>
            <a:off x="5553624" y="2034143"/>
            <a:ext cx="1665992" cy="600164"/>
          </a:xfrm>
          <a:prstGeom prst="rect">
            <a:avLst/>
          </a:prstGeom>
          <a:solidFill>
            <a:schemeClr val="accent5">
              <a:lumMod val="40000"/>
              <a:lumOff val="60000"/>
            </a:schemeClr>
          </a:solidFill>
        </p:spPr>
        <p:txBody>
          <a:bodyPr wrap="square" lIns="144000" rIns="144000">
            <a:spAutoFit/>
          </a:bodyPr>
          <a:lstStyle/>
          <a:p>
            <a:pPr>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③ </a:t>
            </a: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Input name in [Saved Route Name]</a:t>
            </a:r>
          </a:p>
        </p:txBody>
      </p:sp>
      <p:sp>
        <p:nvSpPr>
          <p:cNvPr id="22" name="テキスト ボックス 26">
            <a:extLst>
              <a:ext uri="{FF2B5EF4-FFF2-40B4-BE49-F238E27FC236}">
                <a16:creationId xmlns:a16="http://schemas.microsoft.com/office/drawing/2014/main" id="{AEF7B05C-B092-3731-8BFB-1E94E268F65F}"/>
              </a:ext>
            </a:extLst>
          </p:cNvPr>
          <p:cNvSpPr txBox="1"/>
          <p:nvPr/>
        </p:nvSpPr>
        <p:spPr>
          <a:xfrm>
            <a:off x="5202513" y="2972344"/>
            <a:ext cx="338554" cy="276999"/>
          </a:xfrm>
          <a:prstGeom prst="rect">
            <a:avLst/>
          </a:prstGeom>
          <a:noFill/>
        </p:spPr>
        <p:txBody>
          <a:bodyPr wrap="square" rtlCol="0">
            <a:spAutoFit/>
          </a:bodyPr>
          <a:lstStyle/>
          <a:p>
            <a:r>
              <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④</a:t>
            </a:r>
          </a:p>
        </p:txBody>
      </p:sp>
      <p:sp>
        <p:nvSpPr>
          <p:cNvPr id="23" name="正方形/長方形 27">
            <a:extLst>
              <a:ext uri="{FF2B5EF4-FFF2-40B4-BE49-F238E27FC236}">
                <a16:creationId xmlns:a16="http://schemas.microsoft.com/office/drawing/2014/main" id="{667FDC4A-21A5-1BDC-D819-1876409C87F0}"/>
              </a:ext>
            </a:extLst>
          </p:cNvPr>
          <p:cNvSpPr/>
          <p:nvPr/>
        </p:nvSpPr>
        <p:spPr>
          <a:xfrm>
            <a:off x="5471213" y="2980038"/>
            <a:ext cx="1665992" cy="430887"/>
          </a:xfrm>
          <a:prstGeom prst="rect">
            <a:avLst/>
          </a:prstGeom>
          <a:solidFill>
            <a:schemeClr val="accent5">
              <a:lumMod val="40000"/>
              <a:lumOff val="60000"/>
            </a:schemeClr>
          </a:solidFill>
        </p:spPr>
        <p:txBody>
          <a:bodyPr wrap="square" lIns="144000" rIns="144000">
            <a:spAutoFit/>
          </a:bodyPr>
          <a:lstStyle/>
          <a:p>
            <a:pPr>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④ </a:t>
            </a: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Select [Public] or [Private]</a:t>
            </a:r>
          </a:p>
        </p:txBody>
      </p:sp>
      <p:sp>
        <p:nvSpPr>
          <p:cNvPr id="24" name="四角形吹き出し 40">
            <a:extLst>
              <a:ext uri="{FF2B5EF4-FFF2-40B4-BE49-F238E27FC236}">
                <a16:creationId xmlns:a16="http://schemas.microsoft.com/office/drawing/2014/main" id="{7046EF32-461D-5427-1544-3DFA4C43072E}"/>
              </a:ext>
            </a:extLst>
          </p:cNvPr>
          <p:cNvSpPr/>
          <p:nvPr/>
        </p:nvSpPr>
        <p:spPr>
          <a:xfrm>
            <a:off x="3689296" y="4293576"/>
            <a:ext cx="2757109" cy="1653719"/>
          </a:xfrm>
          <a:prstGeom prst="wedgeRectCallout">
            <a:avLst>
              <a:gd name="adj1" fmla="val -8319"/>
              <a:gd name="adj2" fmla="val -110197"/>
            </a:avLst>
          </a:prstGeom>
          <a:solidFill>
            <a:srgbClr val="4F81BD"/>
          </a:solidFill>
          <a:ln w="38100">
            <a:solidFill>
              <a:srgbClr val="243F60"/>
            </a:solidFill>
            <a:miter lim="800000"/>
            <a:headEnd/>
            <a:tailEnd/>
          </a:ln>
        </p:spPr>
        <p:txBody>
          <a:bodyPr vert="horz" wrap="square" lIns="91440" tIns="45720" rIns="91440" bIns="45720" numCol="1" anchor="ctr" anchorCtr="0" compatLnSpc="1">
            <a:prstTxWarp prst="textNoShape">
              <a:avLst/>
            </a:prstTxWarp>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nSpc>
                <a:spcPct val="150000"/>
              </a:lnSpc>
            </a:pPr>
            <a:endParaRPr lang="en-US" altLang="ja-JP" sz="1050" dirty="0">
              <a:latin typeface="Meiryo UI" panose="020B0604030504040204" pitchFamily="50" charset="-128"/>
              <a:ea typeface="Meiryo UI" panose="020B0604030504040204" pitchFamily="50" charset="-128"/>
            </a:endParaRPr>
          </a:p>
          <a:p>
            <a:r>
              <a:rPr lang="en-US" altLang="ja-JP" sz="1050" dirty="0">
                <a:latin typeface="Meiryo UI" panose="020B0604030504040204" pitchFamily="50" charset="-128"/>
                <a:ea typeface="Meiryo UI" panose="020B0604030504040204" pitchFamily="50" charset="-128"/>
              </a:rPr>
              <a:t>※If Save as Public: </a:t>
            </a:r>
            <a:r>
              <a:rPr lang="en-US" altLang="ja-JP" sz="1050" b="1" dirty="0">
                <a:latin typeface="Meiryo UI" panose="020B0604030504040204" pitchFamily="50" charset="-128"/>
                <a:ea typeface="Meiryo UI" panose="020B0604030504040204" pitchFamily="50" charset="-128"/>
              </a:rPr>
              <a:t>All ED Author </a:t>
            </a:r>
            <a:r>
              <a:rPr lang="en-US" altLang="ja-JP" sz="1050" dirty="0">
                <a:latin typeface="Meiryo UI" panose="020B0604030504040204" pitchFamily="50" charset="-128"/>
                <a:ea typeface="Meiryo UI" panose="020B0604030504040204" pitchFamily="50" charset="-128"/>
              </a:rPr>
              <a:t>can view and use this saved route.</a:t>
            </a:r>
          </a:p>
          <a:p>
            <a:endParaRPr lang="en-US" altLang="ja-JP" sz="1050" dirty="0">
              <a:latin typeface="Meiryo UI" panose="020B0604030504040204" pitchFamily="50" charset="-128"/>
              <a:ea typeface="Meiryo UI" panose="020B0604030504040204" pitchFamily="50" charset="-128"/>
            </a:endParaRPr>
          </a:p>
          <a:p>
            <a:r>
              <a:rPr kumimoji="1" lang="en-US" altLang="ja-JP" sz="1050" dirty="0">
                <a:latin typeface="Meiryo UI" panose="020B0604030504040204" pitchFamily="50" charset="-128"/>
                <a:ea typeface="Meiryo UI" panose="020B0604030504040204" pitchFamily="50" charset="-128"/>
              </a:rPr>
              <a:t>※If Save as Private:</a:t>
            </a:r>
            <a:r>
              <a:rPr kumimoji="1" lang="en-US" altLang="ja-JP" sz="1050" b="1" dirty="0">
                <a:latin typeface="Meiryo UI" panose="020B0604030504040204" pitchFamily="50" charset="-128"/>
                <a:ea typeface="Meiryo UI" panose="020B0604030504040204" pitchFamily="50" charset="-128"/>
              </a:rPr>
              <a:t> Only </a:t>
            </a:r>
            <a:r>
              <a:rPr lang="en-US" altLang="ja-JP" sz="1050" b="1" dirty="0">
                <a:latin typeface="Meiryo UI" panose="020B0604030504040204" pitchFamily="50" charset="-128"/>
                <a:ea typeface="Meiryo UI" panose="020B0604030504040204" pitchFamily="50" charset="-128"/>
              </a:rPr>
              <a:t>ED</a:t>
            </a:r>
            <a:r>
              <a:rPr kumimoji="1" lang="en-US" altLang="ja-JP" sz="1050" b="1" dirty="0">
                <a:latin typeface="Meiryo UI" panose="020B0604030504040204" pitchFamily="50" charset="-128"/>
                <a:ea typeface="Meiryo UI" panose="020B0604030504040204" pitchFamily="50" charset="-128"/>
              </a:rPr>
              <a:t> Author who saves route </a:t>
            </a:r>
            <a:r>
              <a:rPr kumimoji="1" lang="en-US" altLang="ja-JP" sz="1050" dirty="0">
                <a:latin typeface="Meiryo UI" panose="020B0604030504040204" pitchFamily="50" charset="-128"/>
                <a:ea typeface="Meiryo UI" panose="020B0604030504040204" pitchFamily="50" charset="-128"/>
              </a:rPr>
              <a:t>can view and use this saved route.</a:t>
            </a:r>
            <a:r>
              <a:rPr kumimoji="1" lang="ja-JP" altLang="en-US" sz="1050" dirty="0">
                <a:latin typeface="Meiryo UI" panose="020B0604030504040204" pitchFamily="50" charset="-128"/>
                <a:ea typeface="Meiryo UI" panose="020B0604030504040204" pitchFamily="50" charset="-128"/>
              </a:rPr>
              <a:t> </a:t>
            </a:r>
            <a:endParaRPr lang="en-US" altLang="ja-JP" sz="1050" dirty="0">
              <a:latin typeface="Meiryo UI" panose="020B0604030504040204" pitchFamily="50" charset="-128"/>
              <a:ea typeface="Meiryo UI" panose="020B0604030504040204" pitchFamily="50" charset="-128"/>
            </a:endParaRPr>
          </a:p>
          <a:p>
            <a:endParaRPr kumimoji="1" lang="en-US" altLang="ja-JP" sz="1050" dirty="0">
              <a:latin typeface="Meiryo UI" panose="020B0604030504040204" pitchFamily="50" charset="-128"/>
              <a:ea typeface="Meiryo UI" panose="020B0604030504040204" pitchFamily="50" charset="-128"/>
            </a:endParaRPr>
          </a:p>
        </p:txBody>
      </p:sp>
      <p:sp>
        <p:nvSpPr>
          <p:cNvPr id="25" name="正方形/長方形 29">
            <a:extLst>
              <a:ext uri="{FF2B5EF4-FFF2-40B4-BE49-F238E27FC236}">
                <a16:creationId xmlns:a16="http://schemas.microsoft.com/office/drawing/2014/main" id="{D78B8335-876A-CFEC-027A-863097BCAF9F}"/>
              </a:ext>
            </a:extLst>
          </p:cNvPr>
          <p:cNvSpPr/>
          <p:nvPr/>
        </p:nvSpPr>
        <p:spPr>
          <a:xfrm>
            <a:off x="6605615" y="4043691"/>
            <a:ext cx="1405697" cy="261610"/>
          </a:xfrm>
          <a:prstGeom prst="rect">
            <a:avLst/>
          </a:prstGeom>
          <a:solidFill>
            <a:schemeClr val="accent5">
              <a:lumMod val="40000"/>
              <a:lumOff val="60000"/>
            </a:schemeClr>
          </a:solidFill>
        </p:spPr>
        <p:txBody>
          <a:bodyPr wrap="square" lIns="144000" rIns="144000">
            <a:spAutoFit/>
          </a:bodyPr>
          <a:lstStyle/>
          <a:p>
            <a:pPr>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⑤ </a:t>
            </a: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Click [OK]</a:t>
            </a:r>
          </a:p>
        </p:txBody>
      </p:sp>
      <p:sp>
        <p:nvSpPr>
          <p:cNvPr id="26" name="テキスト ボックス 30">
            <a:extLst>
              <a:ext uri="{FF2B5EF4-FFF2-40B4-BE49-F238E27FC236}">
                <a16:creationId xmlns:a16="http://schemas.microsoft.com/office/drawing/2014/main" id="{D39D7BB8-3DA7-682A-E126-B1912BB9AE5F}"/>
              </a:ext>
            </a:extLst>
          </p:cNvPr>
          <p:cNvSpPr txBox="1"/>
          <p:nvPr/>
        </p:nvSpPr>
        <p:spPr>
          <a:xfrm>
            <a:off x="6325821" y="3949015"/>
            <a:ext cx="338554" cy="276999"/>
          </a:xfrm>
          <a:prstGeom prst="rect">
            <a:avLst/>
          </a:prstGeom>
          <a:noFill/>
        </p:spPr>
        <p:txBody>
          <a:bodyPr wrap="square" rtlCol="0">
            <a:spAutoFit/>
          </a:bodyPr>
          <a:lstStyle/>
          <a:p>
            <a:r>
              <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⑤</a:t>
            </a:r>
          </a:p>
        </p:txBody>
      </p:sp>
      <p:sp>
        <p:nvSpPr>
          <p:cNvPr id="27" name="正方形/長方形 31">
            <a:extLst>
              <a:ext uri="{FF2B5EF4-FFF2-40B4-BE49-F238E27FC236}">
                <a16:creationId xmlns:a16="http://schemas.microsoft.com/office/drawing/2014/main" id="{4EBD45C4-43A4-730C-F179-2B5B08A681ED}"/>
              </a:ext>
            </a:extLst>
          </p:cNvPr>
          <p:cNvSpPr/>
          <p:nvPr/>
        </p:nvSpPr>
        <p:spPr>
          <a:xfrm>
            <a:off x="10042041" y="3249343"/>
            <a:ext cx="1405697" cy="1277273"/>
          </a:xfrm>
          <a:prstGeom prst="rect">
            <a:avLst/>
          </a:prstGeom>
          <a:solidFill>
            <a:schemeClr val="accent5">
              <a:lumMod val="40000"/>
              <a:lumOff val="60000"/>
            </a:schemeClr>
          </a:solidFill>
        </p:spPr>
        <p:txBody>
          <a:bodyPr wrap="square" lIns="144000" rIns="144000">
            <a:spAutoFit/>
          </a:bodyPr>
          <a:lstStyle/>
          <a:p>
            <a:pPr>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⑥ </a:t>
            </a: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[Temple created]</a:t>
            </a: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message appears. Approval Route is saved as template.</a:t>
            </a:r>
          </a:p>
        </p:txBody>
      </p:sp>
      <p:sp>
        <p:nvSpPr>
          <p:cNvPr id="28" name="テキスト ボックス 32">
            <a:extLst>
              <a:ext uri="{FF2B5EF4-FFF2-40B4-BE49-F238E27FC236}">
                <a16:creationId xmlns:a16="http://schemas.microsoft.com/office/drawing/2014/main" id="{78165D90-297D-2507-3876-E95D0776C756}"/>
              </a:ext>
            </a:extLst>
          </p:cNvPr>
          <p:cNvSpPr txBox="1"/>
          <p:nvPr/>
        </p:nvSpPr>
        <p:spPr>
          <a:xfrm>
            <a:off x="9633816" y="3871490"/>
            <a:ext cx="338554" cy="276999"/>
          </a:xfrm>
          <a:prstGeom prst="rect">
            <a:avLst/>
          </a:prstGeom>
          <a:noFill/>
        </p:spPr>
        <p:txBody>
          <a:bodyPr wrap="square" rtlCol="0">
            <a:spAutoFit/>
          </a:bodyPr>
          <a:lstStyle/>
          <a:p>
            <a:r>
              <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⑥</a:t>
            </a:r>
          </a:p>
        </p:txBody>
      </p:sp>
      <p:cxnSp>
        <p:nvCxnSpPr>
          <p:cNvPr id="30" name="直線矢印コネクタ 35">
            <a:extLst>
              <a:ext uri="{FF2B5EF4-FFF2-40B4-BE49-F238E27FC236}">
                <a16:creationId xmlns:a16="http://schemas.microsoft.com/office/drawing/2014/main" id="{D347B0CD-2F62-3868-DBD8-D18AB3E6AF5B}"/>
              </a:ext>
            </a:extLst>
          </p:cNvPr>
          <p:cNvCxnSpPr>
            <a:cxnSpLocks/>
          </p:cNvCxnSpPr>
          <p:nvPr/>
        </p:nvCxnSpPr>
        <p:spPr bwMode="auto">
          <a:xfrm flipV="1">
            <a:off x="9097322" y="3129649"/>
            <a:ext cx="829708" cy="1002746"/>
          </a:xfrm>
          <a:prstGeom prst="straightConnector1">
            <a:avLst/>
          </a:prstGeom>
          <a:solidFill>
            <a:schemeClr val="accent1"/>
          </a:solidFill>
          <a:ln w="12700" cap="flat" cmpd="sng" algn="ctr">
            <a:solidFill>
              <a:srgbClr val="FF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角丸四角形 26">
            <a:extLst>
              <a:ext uri="{FF2B5EF4-FFF2-40B4-BE49-F238E27FC236}">
                <a16:creationId xmlns:a16="http://schemas.microsoft.com/office/drawing/2014/main" id="{EB01726E-DB8D-899A-000D-6FA5BCBF057C}"/>
              </a:ext>
            </a:extLst>
          </p:cNvPr>
          <p:cNvSpPr/>
          <p:nvPr/>
        </p:nvSpPr>
        <p:spPr>
          <a:xfrm>
            <a:off x="222522" y="2684745"/>
            <a:ext cx="1870228" cy="1035595"/>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33" name="角丸四角形 26">
            <a:extLst>
              <a:ext uri="{FF2B5EF4-FFF2-40B4-BE49-F238E27FC236}">
                <a16:creationId xmlns:a16="http://schemas.microsoft.com/office/drawing/2014/main" id="{DC5494DA-3F91-2053-B4CC-0CA8F5BDAB78}"/>
              </a:ext>
            </a:extLst>
          </p:cNvPr>
          <p:cNvSpPr/>
          <p:nvPr/>
        </p:nvSpPr>
        <p:spPr>
          <a:xfrm>
            <a:off x="2855552" y="2345766"/>
            <a:ext cx="315948" cy="300082"/>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34" name="角丸四角形 26">
            <a:extLst>
              <a:ext uri="{FF2B5EF4-FFF2-40B4-BE49-F238E27FC236}">
                <a16:creationId xmlns:a16="http://schemas.microsoft.com/office/drawing/2014/main" id="{ADB5F8CC-056B-9367-D8A2-42FCB74276FA}"/>
              </a:ext>
            </a:extLst>
          </p:cNvPr>
          <p:cNvSpPr/>
          <p:nvPr/>
        </p:nvSpPr>
        <p:spPr>
          <a:xfrm>
            <a:off x="8547506" y="2141039"/>
            <a:ext cx="1177288" cy="1108303"/>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35" name="角丸四角形 26">
            <a:extLst>
              <a:ext uri="{FF2B5EF4-FFF2-40B4-BE49-F238E27FC236}">
                <a16:creationId xmlns:a16="http://schemas.microsoft.com/office/drawing/2014/main" id="{50E7D0EF-66D2-27D8-D033-D7C04ED52D72}"/>
              </a:ext>
            </a:extLst>
          </p:cNvPr>
          <p:cNvSpPr/>
          <p:nvPr/>
        </p:nvSpPr>
        <p:spPr>
          <a:xfrm>
            <a:off x="8263537" y="4083134"/>
            <a:ext cx="863133" cy="415232"/>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2" name="TextBox 1">
            <a:extLst>
              <a:ext uri="{FF2B5EF4-FFF2-40B4-BE49-F238E27FC236}">
                <a16:creationId xmlns:a16="http://schemas.microsoft.com/office/drawing/2014/main" id="{AD952049-7D2A-D232-CC29-B8E74D0041B9}"/>
              </a:ext>
            </a:extLst>
          </p:cNvPr>
          <p:cNvSpPr txBox="1"/>
          <p:nvPr/>
        </p:nvSpPr>
        <p:spPr>
          <a:xfrm>
            <a:off x="158481" y="6124722"/>
            <a:ext cx="11289257" cy="707886"/>
          </a:xfrm>
          <a:prstGeom prst="rect">
            <a:avLst/>
          </a:prstGeom>
          <a:noFill/>
        </p:spPr>
        <p:txBody>
          <a:bodyPr wrap="square" rtlCol="0">
            <a:spAutoFit/>
          </a:bodyPr>
          <a:lstStyle/>
          <a:p>
            <a:r>
              <a:rPr lang="en-US" b="1" dirty="0"/>
              <a:t>Note: </a:t>
            </a:r>
            <a:r>
              <a:rPr lang="en-US" dirty="0"/>
              <a:t>Private templates can be used only by the creator of the template. Whereas, Public template is visible and can be used by the Job IDs added in the template.</a:t>
            </a:r>
            <a:endParaRPr lang="en-IN" b="1" dirty="0"/>
          </a:p>
        </p:txBody>
      </p:sp>
    </p:spTree>
    <p:extLst>
      <p:ext uri="{BB962C8B-B14F-4D97-AF65-F5344CB8AC3E}">
        <p14:creationId xmlns:p14="http://schemas.microsoft.com/office/powerpoint/2010/main" val="675417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4FC2AC-0F10-917A-E801-299AE2B12C9A}"/>
              </a:ext>
            </a:extLst>
          </p:cNvPr>
          <p:cNvSpPr txBox="1"/>
          <p:nvPr/>
        </p:nvSpPr>
        <p:spPr>
          <a:xfrm>
            <a:off x="0" y="34909"/>
            <a:ext cx="6103620" cy="369332"/>
          </a:xfrm>
          <a:prstGeom prst="rect">
            <a:avLst/>
          </a:prstGeom>
          <a:noFill/>
        </p:spPr>
        <p:txBody>
          <a:bodyPr wrap="square">
            <a:spAutoFit/>
          </a:bodyPr>
          <a:lstStyle/>
          <a:p>
            <a:r>
              <a:rPr lang="en-US" altLang="ja-JP" dirty="0"/>
              <a:t>1-5.How to search Saved Route Name</a:t>
            </a:r>
            <a:endParaRPr lang="en-IN" dirty="0"/>
          </a:p>
        </p:txBody>
      </p:sp>
      <p:pic>
        <p:nvPicPr>
          <p:cNvPr id="5" name="図 35">
            <a:extLst>
              <a:ext uri="{FF2B5EF4-FFF2-40B4-BE49-F238E27FC236}">
                <a16:creationId xmlns:a16="http://schemas.microsoft.com/office/drawing/2014/main" id="{4DA418E7-B7A8-D413-3C95-4D1D9EADAE54}"/>
              </a:ext>
            </a:extLst>
          </p:cNvPr>
          <p:cNvPicPr>
            <a:picLocks noChangeAspect="1"/>
          </p:cNvPicPr>
          <p:nvPr/>
        </p:nvPicPr>
        <p:blipFill>
          <a:blip r:embed="rId2"/>
          <a:stretch>
            <a:fillRect/>
          </a:stretch>
        </p:blipFill>
        <p:spPr>
          <a:xfrm>
            <a:off x="8707127" y="3437963"/>
            <a:ext cx="3562343" cy="2888535"/>
          </a:xfrm>
          <a:prstGeom prst="rect">
            <a:avLst/>
          </a:prstGeom>
        </p:spPr>
      </p:pic>
      <p:pic>
        <p:nvPicPr>
          <p:cNvPr id="6" name="図 33">
            <a:extLst>
              <a:ext uri="{FF2B5EF4-FFF2-40B4-BE49-F238E27FC236}">
                <a16:creationId xmlns:a16="http://schemas.microsoft.com/office/drawing/2014/main" id="{2D71B62E-EA66-70EB-E626-17B1EA1153F4}"/>
              </a:ext>
            </a:extLst>
          </p:cNvPr>
          <p:cNvPicPr>
            <a:picLocks noChangeAspect="1"/>
          </p:cNvPicPr>
          <p:nvPr/>
        </p:nvPicPr>
        <p:blipFill>
          <a:blip r:embed="rId3"/>
          <a:stretch>
            <a:fillRect/>
          </a:stretch>
        </p:blipFill>
        <p:spPr>
          <a:xfrm>
            <a:off x="9020661" y="1378998"/>
            <a:ext cx="3156069" cy="941370"/>
          </a:xfrm>
          <a:prstGeom prst="rect">
            <a:avLst/>
          </a:prstGeom>
        </p:spPr>
      </p:pic>
      <p:pic>
        <p:nvPicPr>
          <p:cNvPr id="7" name="図 30">
            <a:extLst>
              <a:ext uri="{FF2B5EF4-FFF2-40B4-BE49-F238E27FC236}">
                <a16:creationId xmlns:a16="http://schemas.microsoft.com/office/drawing/2014/main" id="{43743A08-1747-733A-E6DA-584901EF19D6}"/>
              </a:ext>
            </a:extLst>
          </p:cNvPr>
          <p:cNvPicPr>
            <a:picLocks noChangeAspect="1"/>
          </p:cNvPicPr>
          <p:nvPr/>
        </p:nvPicPr>
        <p:blipFill>
          <a:blip r:embed="rId4"/>
          <a:stretch>
            <a:fillRect/>
          </a:stretch>
        </p:blipFill>
        <p:spPr>
          <a:xfrm>
            <a:off x="3468828" y="1209508"/>
            <a:ext cx="5147483" cy="2250266"/>
          </a:xfrm>
          <a:prstGeom prst="rect">
            <a:avLst/>
          </a:prstGeom>
        </p:spPr>
      </p:pic>
      <p:pic>
        <p:nvPicPr>
          <p:cNvPr id="8" name="図 10">
            <a:extLst>
              <a:ext uri="{FF2B5EF4-FFF2-40B4-BE49-F238E27FC236}">
                <a16:creationId xmlns:a16="http://schemas.microsoft.com/office/drawing/2014/main" id="{BF4CC297-EA96-419B-F5E9-1569BD4E2B65}"/>
              </a:ext>
            </a:extLst>
          </p:cNvPr>
          <p:cNvPicPr>
            <a:picLocks noChangeAspect="1"/>
          </p:cNvPicPr>
          <p:nvPr/>
        </p:nvPicPr>
        <p:blipFill>
          <a:blip r:embed="rId5"/>
          <a:stretch>
            <a:fillRect/>
          </a:stretch>
        </p:blipFill>
        <p:spPr>
          <a:xfrm>
            <a:off x="169137" y="1247992"/>
            <a:ext cx="3002477" cy="2441408"/>
          </a:xfrm>
          <a:prstGeom prst="rect">
            <a:avLst/>
          </a:prstGeom>
        </p:spPr>
      </p:pic>
      <p:sp>
        <p:nvSpPr>
          <p:cNvPr id="9" name="矢印: 右 12">
            <a:extLst>
              <a:ext uri="{FF2B5EF4-FFF2-40B4-BE49-F238E27FC236}">
                <a16:creationId xmlns:a16="http://schemas.microsoft.com/office/drawing/2014/main" id="{EA96AB13-5AC5-AB29-7263-9DBADEA30BBB}"/>
              </a:ext>
            </a:extLst>
          </p:cNvPr>
          <p:cNvSpPr/>
          <p:nvPr/>
        </p:nvSpPr>
        <p:spPr bwMode="auto">
          <a:xfrm>
            <a:off x="2978617" y="2325779"/>
            <a:ext cx="619587" cy="685800"/>
          </a:xfrm>
          <a:prstGeom prst="rightArrow">
            <a:avLst/>
          </a:prstGeom>
          <a:solidFill>
            <a:schemeClr val="accent4">
              <a:lumMod val="50000"/>
            </a:schemeClr>
          </a:solidFill>
          <a:ln w="12700" cap="flat" cmpd="sng" algn="ctr">
            <a:solidFill>
              <a:schemeClr val="tx2">
                <a:lumMod val="75000"/>
              </a:schemeClr>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dirty="0" err="1">
              <a:ln>
                <a:noFill/>
              </a:ln>
              <a:solidFill>
                <a:schemeClr val="bg1"/>
              </a:solidFill>
              <a:effectLst/>
              <a:ea typeface="ＭＳ Ｐゴシック" charset="-128"/>
            </a:endParaRPr>
          </a:p>
        </p:txBody>
      </p:sp>
      <p:sp>
        <p:nvSpPr>
          <p:cNvPr id="10" name="矢印: 右 13">
            <a:extLst>
              <a:ext uri="{FF2B5EF4-FFF2-40B4-BE49-F238E27FC236}">
                <a16:creationId xmlns:a16="http://schemas.microsoft.com/office/drawing/2014/main" id="{6AC1135E-F287-09C8-93DA-AC22BF79943A}"/>
              </a:ext>
            </a:extLst>
          </p:cNvPr>
          <p:cNvSpPr/>
          <p:nvPr/>
        </p:nvSpPr>
        <p:spPr bwMode="auto">
          <a:xfrm>
            <a:off x="8401074" y="1612390"/>
            <a:ext cx="619587" cy="685800"/>
          </a:xfrm>
          <a:prstGeom prst="rightArrow">
            <a:avLst/>
          </a:prstGeom>
          <a:solidFill>
            <a:schemeClr val="accent4">
              <a:lumMod val="50000"/>
            </a:schemeClr>
          </a:solidFill>
          <a:ln w="12700" cap="flat" cmpd="sng" algn="ctr">
            <a:solidFill>
              <a:schemeClr val="tx2">
                <a:lumMod val="75000"/>
              </a:schemeClr>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dirty="0" err="1">
              <a:ln>
                <a:noFill/>
              </a:ln>
              <a:solidFill>
                <a:schemeClr val="bg1"/>
              </a:solidFill>
              <a:effectLst/>
              <a:ea typeface="ＭＳ Ｐゴシック" charset="-128"/>
            </a:endParaRPr>
          </a:p>
        </p:txBody>
      </p:sp>
      <p:sp>
        <p:nvSpPr>
          <p:cNvPr id="11" name="矢印: 右 14">
            <a:extLst>
              <a:ext uri="{FF2B5EF4-FFF2-40B4-BE49-F238E27FC236}">
                <a16:creationId xmlns:a16="http://schemas.microsoft.com/office/drawing/2014/main" id="{1F88B05E-2857-BE09-C7AC-84782A9C4011}"/>
              </a:ext>
            </a:extLst>
          </p:cNvPr>
          <p:cNvSpPr/>
          <p:nvPr/>
        </p:nvSpPr>
        <p:spPr bwMode="auto">
          <a:xfrm rot="5400000">
            <a:off x="10038908" y="2807080"/>
            <a:ext cx="619587" cy="685800"/>
          </a:xfrm>
          <a:prstGeom prst="rightArrow">
            <a:avLst/>
          </a:prstGeom>
          <a:solidFill>
            <a:schemeClr val="accent4">
              <a:lumMod val="50000"/>
            </a:schemeClr>
          </a:solidFill>
          <a:ln w="12700" cap="flat" cmpd="sng" algn="ctr">
            <a:solidFill>
              <a:schemeClr val="tx2">
                <a:lumMod val="75000"/>
              </a:schemeClr>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dirty="0" err="1">
              <a:ln>
                <a:noFill/>
              </a:ln>
              <a:solidFill>
                <a:schemeClr val="bg1"/>
              </a:solidFill>
              <a:effectLst/>
              <a:ea typeface="ＭＳ Ｐゴシック" charset="-128"/>
            </a:endParaRPr>
          </a:p>
        </p:txBody>
      </p:sp>
      <p:sp>
        <p:nvSpPr>
          <p:cNvPr id="14" name="正方形/長方形 17">
            <a:extLst>
              <a:ext uri="{FF2B5EF4-FFF2-40B4-BE49-F238E27FC236}">
                <a16:creationId xmlns:a16="http://schemas.microsoft.com/office/drawing/2014/main" id="{CA985E83-D839-B925-D9D5-9569B6E940CB}"/>
              </a:ext>
            </a:extLst>
          </p:cNvPr>
          <p:cNvSpPr/>
          <p:nvPr/>
        </p:nvSpPr>
        <p:spPr bwMode="auto">
          <a:xfrm>
            <a:off x="10897964" y="1879094"/>
            <a:ext cx="619588" cy="419096"/>
          </a:xfrm>
          <a:prstGeom prst="rect">
            <a:avLst/>
          </a:prstGeom>
          <a:noFill/>
          <a:ln w="28575"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dirty="0" err="1">
              <a:ln>
                <a:noFill/>
              </a:ln>
              <a:solidFill>
                <a:schemeClr val="bg1"/>
              </a:solidFill>
              <a:effectLst/>
              <a:ea typeface="ＭＳ Ｐゴシック" charset="-128"/>
            </a:endParaRPr>
          </a:p>
        </p:txBody>
      </p:sp>
      <p:sp>
        <p:nvSpPr>
          <p:cNvPr id="17" name="テキスト ボックス 21">
            <a:extLst>
              <a:ext uri="{FF2B5EF4-FFF2-40B4-BE49-F238E27FC236}">
                <a16:creationId xmlns:a16="http://schemas.microsoft.com/office/drawing/2014/main" id="{96B0D6B7-5451-6957-E095-FF9A7D60437E}"/>
              </a:ext>
            </a:extLst>
          </p:cNvPr>
          <p:cNvSpPr txBox="1"/>
          <p:nvPr/>
        </p:nvSpPr>
        <p:spPr>
          <a:xfrm>
            <a:off x="2112687" y="1641123"/>
            <a:ext cx="338554" cy="276999"/>
          </a:xfrm>
          <a:prstGeom prst="rect">
            <a:avLst/>
          </a:prstGeom>
          <a:noFill/>
        </p:spPr>
        <p:txBody>
          <a:bodyPr wrap="square" rtlCol="0">
            <a:spAutoFit/>
          </a:bodyPr>
          <a:lstStyle/>
          <a:p>
            <a:r>
              <a:rPr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①</a:t>
            </a:r>
            <a:endPar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正方形/長方形 22">
            <a:extLst>
              <a:ext uri="{FF2B5EF4-FFF2-40B4-BE49-F238E27FC236}">
                <a16:creationId xmlns:a16="http://schemas.microsoft.com/office/drawing/2014/main" id="{21574630-847B-7ACD-08F8-BC12B711A18E}"/>
              </a:ext>
            </a:extLst>
          </p:cNvPr>
          <p:cNvSpPr/>
          <p:nvPr/>
        </p:nvSpPr>
        <p:spPr>
          <a:xfrm>
            <a:off x="497585" y="2545842"/>
            <a:ext cx="2404831" cy="430887"/>
          </a:xfrm>
          <a:prstGeom prst="rect">
            <a:avLst/>
          </a:prstGeom>
          <a:solidFill>
            <a:schemeClr val="accent5">
              <a:lumMod val="40000"/>
              <a:lumOff val="60000"/>
            </a:schemeClr>
          </a:solidFill>
        </p:spPr>
        <p:txBody>
          <a:bodyPr wrap="square" lIns="144000" rIns="144000">
            <a:spAutoFit/>
          </a:bodyPr>
          <a:lstStyle/>
          <a:p>
            <a:pPr>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① </a:t>
            </a: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Click [Search Saved Route Name] icon</a:t>
            </a:r>
          </a:p>
        </p:txBody>
      </p:sp>
      <p:sp>
        <p:nvSpPr>
          <p:cNvPr id="19" name="正方形/長方形 23">
            <a:extLst>
              <a:ext uri="{FF2B5EF4-FFF2-40B4-BE49-F238E27FC236}">
                <a16:creationId xmlns:a16="http://schemas.microsoft.com/office/drawing/2014/main" id="{C3280F94-CA84-3D60-19B5-2E61F53E92A4}"/>
              </a:ext>
            </a:extLst>
          </p:cNvPr>
          <p:cNvSpPr/>
          <p:nvPr/>
        </p:nvSpPr>
        <p:spPr>
          <a:xfrm>
            <a:off x="5470192" y="2976729"/>
            <a:ext cx="2404831" cy="938719"/>
          </a:xfrm>
          <a:prstGeom prst="rect">
            <a:avLst/>
          </a:prstGeom>
          <a:solidFill>
            <a:schemeClr val="accent5">
              <a:lumMod val="40000"/>
              <a:lumOff val="60000"/>
            </a:schemeClr>
          </a:solidFill>
        </p:spPr>
        <p:txBody>
          <a:bodyPr wrap="square" lIns="144000" rIns="144000">
            <a:spAutoFit/>
          </a:bodyPr>
          <a:lstStyle/>
          <a:p>
            <a:pPr>
              <a:spcAft>
                <a:spcPts val="0"/>
              </a:spcAft>
            </a:pP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② [Select Saved Route] window appears. Find your target Route Name in the list and click [Load this template] icon</a:t>
            </a:r>
          </a:p>
        </p:txBody>
      </p:sp>
      <p:sp>
        <p:nvSpPr>
          <p:cNvPr id="20" name="テキスト ボックス 24">
            <a:extLst>
              <a:ext uri="{FF2B5EF4-FFF2-40B4-BE49-F238E27FC236}">
                <a16:creationId xmlns:a16="http://schemas.microsoft.com/office/drawing/2014/main" id="{E8CF6098-E13E-2BBD-E282-CC3A6DAD64AD}"/>
              </a:ext>
            </a:extLst>
          </p:cNvPr>
          <p:cNvSpPr txBox="1"/>
          <p:nvPr/>
        </p:nvSpPr>
        <p:spPr>
          <a:xfrm>
            <a:off x="7180578" y="2631941"/>
            <a:ext cx="338554" cy="276999"/>
          </a:xfrm>
          <a:prstGeom prst="rect">
            <a:avLst/>
          </a:prstGeom>
          <a:noFill/>
        </p:spPr>
        <p:txBody>
          <a:bodyPr wrap="square" rtlCol="0">
            <a:spAutoFit/>
          </a:bodyPr>
          <a:lstStyle/>
          <a:p>
            <a:r>
              <a:rPr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②</a:t>
            </a:r>
            <a:endPar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1" name="正方形/長方形 25">
            <a:extLst>
              <a:ext uri="{FF2B5EF4-FFF2-40B4-BE49-F238E27FC236}">
                <a16:creationId xmlns:a16="http://schemas.microsoft.com/office/drawing/2014/main" id="{4E8FD1EC-9872-1AAB-0EF5-27CB5E056F12}"/>
              </a:ext>
            </a:extLst>
          </p:cNvPr>
          <p:cNvSpPr/>
          <p:nvPr/>
        </p:nvSpPr>
        <p:spPr>
          <a:xfrm>
            <a:off x="9741923" y="2364503"/>
            <a:ext cx="2595240" cy="430887"/>
          </a:xfrm>
          <a:prstGeom prst="rect">
            <a:avLst/>
          </a:prstGeom>
          <a:solidFill>
            <a:schemeClr val="accent5">
              <a:lumMod val="40000"/>
              <a:lumOff val="60000"/>
            </a:schemeClr>
          </a:solidFill>
        </p:spPr>
        <p:txBody>
          <a:bodyPr wrap="square" lIns="144000" rIns="144000">
            <a:spAutoFit/>
          </a:bodyPr>
          <a:lstStyle/>
          <a:p>
            <a:pPr>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③ </a:t>
            </a: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Pop-up message appears. Click [OK]</a:t>
            </a:r>
          </a:p>
        </p:txBody>
      </p:sp>
      <p:sp>
        <p:nvSpPr>
          <p:cNvPr id="22" name="テキスト ボックス 26">
            <a:extLst>
              <a:ext uri="{FF2B5EF4-FFF2-40B4-BE49-F238E27FC236}">
                <a16:creationId xmlns:a16="http://schemas.microsoft.com/office/drawing/2014/main" id="{F59012E0-831F-FE21-004F-140FE98F9D8B}"/>
              </a:ext>
            </a:extLst>
          </p:cNvPr>
          <p:cNvSpPr txBox="1"/>
          <p:nvPr/>
        </p:nvSpPr>
        <p:spPr>
          <a:xfrm>
            <a:off x="10521236" y="2054032"/>
            <a:ext cx="338554" cy="276999"/>
          </a:xfrm>
          <a:prstGeom prst="rect">
            <a:avLst/>
          </a:prstGeom>
          <a:noFill/>
        </p:spPr>
        <p:txBody>
          <a:bodyPr wrap="square" rtlCol="0">
            <a:spAutoFit/>
          </a:bodyPr>
          <a:lstStyle/>
          <a:p>
            <a:r>
              <a:rPr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③</a:t>
            </a:r>
            <a:endPar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正方形/長方形 27">
            <a:extLst>
              <a:ext uri="{FF2B5EF4-FFF2-40B4-BE49-F238E27FC236}">
                <a16:creationId xmlns:a16="http://schemas.microsoft.com/office/drawing/2014/main" id="{47AF627F-1B7D-96AD-E6BD-764348830F12}"/>
              </a:ext>
            </a:extLst>
          </p:cNvPr>
          <p:cNvSpPr/>
          <p:nvPr/>
        </p:nvSpPr>
        <p:spPr>
          <a:xfrm>
            <a:off x="10219932" y="5308960"/>
            <a:ext cx="2067275" cy="769441"/>
          </a:xfrm>
          <a:prstGeom prst="rect">
            <a:avLst/>
          </a:prstGeom>
          <a:solidFill>
            <a:schemeClr val="accent5">
              <a:lumMod val="40000"/>
              <a:lumOff val="60000"/>
            </a:schemeClr>
          </a:solidFill>
        </p:spPr>
        <p:txBody>
          <a:bodyPr wrap="square" lIns="144000" rIns="144000">
            <a:spAutoFit/>
          </a:bodyPr>
          <a:lstStyle/>
          <a:p>
            <a:pPr>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[Item loaded]</a:t>
            </a: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message</a:t>
            </a: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100" kern="100" dirty="0">
                <a:latin typeface="Meiryo UI" panose="020B0604030504040204" pitchFamily="50" charset="-128"/>
                <a:ea typeface="Meiryo UI" panose="020B0604030504040204" pitchFamily="50" charset="-128"/>
                <a:cs typeface="Meiryo UI" panose="020B0604030504040204" pitchFamily="50" charset="-128"/>
              </a:rPr>
              <a:t>shown in bottom left corner. Target Route is loaded.</a:t>
            </a:r>
          </a:p>
        </p:txBody>
      </p:sp>
      <p:sp>
        <p:nvSpPr>
          <p:cNvPr id="24" name="テキスト ボックス 28">
            <a:extLst>
              <a:ext uri="{FF2B5EF4-FFF2-40B4-BE49-F238E27FC236}">
                <a16:creationId xmlns:a16="http://schemas.microsoft.com/office/drawing/2014/main" id="{4B279875-B147-19B9-E66E-B34F56DF6FE5}"/>
              </a:ext>
            </a:extLst>
          </p:cNvPr>
          <p:cNvSpPr txBox="1"/>
          <p:nvPr/>
        </p:nvSpPr>
        <p:spPr>
          <a:xfrm>
            <a:off x="9929003" y="5609042"/>
            <a:ext cx="338554" cy="276999"/>
          </a:xfrm>
          <a:prstGeom prst="rect">
            <a:avLst/>
          </a:prstGeom>
          <a:noFill/>
        </p:spPr>
        <p:txBody>
          <a:bodyPr wrap="square" rtlCol="0">
            <a:spAutoFit/>
          </a:bodyPr>
          <a:lstStyle/>
          <a:p>
            <a:r>
              <a:rPr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④</a:t>
            </a:r>
            <a:endPar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5" name="直線矢印コネクタ 29">
            <a:extLst>
              <a:ext uri="{FF2B5EF4-FFF2-40B4-BE49-F238E27FC236}">
                <a16:creationId xmlns:a16="http://schemas.microsoft.com/office/drawing/2014/main" id="{A9524E18-75E7-DBCA-14BF-2138AED62487}"/>
              </a:ext>
            </a:extLst>
          </p:cNvPr>
          <p:cNvCxnSpPr>
            <a:cxnSpLocks/>
          </p:cNvCxnSpPr>
          <p:nvPr/>
        </p:nvCxnSpPr>
        <p:spPr bwMode="auto">
          <a:xfrm flipV="1">
            <a:off x="9600957" y="5107534"/>
            <a:ext cx="326379" cy="830892"/>
          </a:xfrm>
          <a:prstGeom prst="straightConnector1">
            <a:avLst/>
          </a:prstGeom>
          <a:solidFill>
            <a:schemeClr val="accent1"/>
          </a:solidFill>
          <a:ln w="12700" cap="flat" cmpd="sng" algn="ctr">
            <a:solidFill>
              <a:srgbClr val="FF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角丸四角形 26">
            <a:extLst>
              <a:ext uri="{FF2B5EF4-FFF2-40B4-BE49-F238E27FC236}">
                <a16:creationId xmlns:a16="http://schemas.microsoft.com/office/drawing/2014/main" id="{4748BA52-7123-423A-2E68-7D2607B0F636}"/>
              </a:ext>
            </a:extLst>
          </p:cNvPr>
          <p:cNvSpPr/>
          <p:nvPr/>
        </p:nvSpPr>
        <p:spPr>
          <a:xfrm flipV="1">
            <a:off x="2496311" y="1654482"/>
            <a:ext cx="240517" cy="357377"/>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27" name="角丸四角形 26">
            <a:extLst>
              <a:ext uri="{FF2B5EF4-FFF2-40B4-BE49-F238E27FC236}">
                <a16:creationId xmlns:a16="http://schemas.microsoft.com/office/drawing/2014/main" id="{BD917B75-3DE2-D6AC-C67C-09CF1E860402}"/>
              </a:ext>
            </a:extLst>
          </p:cNvPr>
          <p:cNvSpPr/>
          <p:nvPr/>
        </p:nvSpPr>
        <p:spPr>
          <a:xfrm flipV="1">
            <a:off x="3554146" y="2331031"/>
            <a:ext cx="4437710" cy="300910"/>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28" name="角丸四角形 26">
            <a:extLst>
              <a:ext uri="{FF2B5EF4-FFF2-40B4-BE49-F238E27FC236}">
                <a16:creationId xmlns:a16="http://schemas.microsoft.com/office/drawing/2014/main" id="{56645D35-B746-ED89-FD7A-F9A91E69FBE1}"/>
              </a:ext>
            </a:extLst>
          </p:cNvPr>
          <p:cNvSpPr/>
          <p:nvPr/>
        </p:nvSpPr>
        <p:spPr>
          <a:xfrm>
            <a:off x="9207225" y="3910326"/>
            <a:ext cx="1597152" cy="1248163"/>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29" name="角丸四角形 26">
            <a:extLst>
              <a:ext uri="{FF2B5EF4-FFF2-40B4-BE49-F238E27FC236}">
                <a16:creationId xmlns:a16="http://schemas.microsoft.com/office/drawing/2014/main" id="{9AB0126D-651A-CBEC-18AC-D8B1C5F15E73}"/>
              </a:ext>
            </a:extLst>
          </p:cNvPr>
          <p:cNvSpPr/>
          <p:nvPr/>
        </p:nvSpPr>
        <p:spPr>
          <a:xfrm>
            <a:off x="8959670" y="5962154"/>
            <a:ext cx="1214854" cy="363985"/>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pic>
        <p:nvPicPr>
          <p:cNvPr id="12" name="Picture 11">
            <a:extLst>
              <a:ext uri="{FF2B5EF4-FFF2-40B4-BE49-F238E27FC236}">
                <a16:creationId xmlns:a16="http://schemas.microsoft.com/office/drawing/2014/main" id="{245BC72C-2214-7A25-0B28-26E951EA4AEB}"/>
              </a:ext>
            </a:extLst>
          </p:cNvPr>
          <p:cNvPicPr>
            <a:picLocks noChangeAspect="1"/>
          </p:cNvPicPr>
          <p:nvPr/>
        </p:nvPicPr>
        <p:blipFill>
          <a:blip r:embed="rId6"/>
          <a:stretch>
            <a:fillRect/>
          </a:stretch>
        </p:blipFill>
        <p:spPr>
          <a:xfrm>
            <a:off x="215671" y="4658201"/>
            <a:ext cx="3269203" cy="2070957"/>
          </a:xfrm>
          <a:prstGeom prst="rect">
            <a:avLst/>
          </a:prstGeom>
        </p:spPr>
      </p:pic>
      <p:sp>
        <p:nvSpPr>
          <p:cNvPr id="13" name="TextBox 12">
            <a:extLst>
              <a:ext uri="{FF2B5EF4-FFF2-40B4-BE49-F238E27FC236}">
                <a16:creationId xmlns:a16="http://schemas.microsoft.com/office/drawing/2014/main" id="{C715D235-F184-14E6-B04F-7EA1D8725E62}"/>
              </a:ext>
            </a:extLst>
          </p:cNvPr>
          <p:cNvSpPr txBox="1"/>
          <p:nvPr/>
        </p:nvSpPr>
        <p:spPr>
          <a:xfrm>
            <a:off x="232127" y="3929142"/>
            <a:ext cx="6112565" cy="707886"/>
          </a:xfrm>
          <a:prstGeom prst="rect">
            <a:avLst/>
          </a:prstGeom>
          <a:noFill/>
        </p:spPr>
        <p:txBody>
          <a:bodyPr wrap="square" rtlCol="0">
            <a:spAutoFit/>
          </a:bodyPr>
          <a:lstStyle/>
          <a:p>
            <a:r>
              <a:rPr lang="en-US" b="1" dirty="0"/>
              <a:t>Please note that the saved route works as same for distributor. (as explained above)</a:t>
            </a:r>
            <a:endParaRPr lang="en-IN" b="1" dirty="0"/>
          </a:p>
        </p:txBody>
      </p:sp>
    </p:spTree>
    <p:extLst>
      <p:ext uri="{BB962C8B-B14F-4D97-AF65-F5344CB8AC3E}">
        <p14:creationId xmlns:p14="http://schemas.microsoft.com/office/powerpoint/2010/main" val="2148742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BD535D-251F-3744-5412-D92511DB93E8}"/>
              </a:ext>
            </a:extLst>
          </p:cNvPr>
          <p:cNvSpPr txBox="1"/>
          <p:nvPr/>
        </p:nvSpPr>
        <p:spPr>
          <a:xfrm>
            <a:off x="2719388" y="2729984"/>
            <a:ext cx="6105524" cy="369332"/>
          </a:xfrm>
          <a:prstGeom prst="rect">
            <a:avLst/>
          </a:prstGeom>
          <a:noFill/>
        </p:spPr>
        <p:txBody>
          <a:bodyPr wrap="square">
            <a:spAutoFit/>
          </a:bodyPr>
          <a:lstStyle/>
          <a:p>
            <a:pPr algn="ctr"/>
            <a:r>
              <a:rPr lang="en-US" altLang="ja-JP" sz="1800" b="1" dirty="0">
                <a:latin typeface="Meiryo UI" panose="020B0604030504040204" pitchFamily="50" charset="-128"/>
                <a:ea typeface="Meiryo UI" panose="020B0604030504040204" pitchFamily="50" charset="-128"/>
              </a:rPr>
              <a:t>Approve/Reject</a:t>
            </a:r>
            <a:endParaRPr lang="ja-JP" altLang="en-US" sz="1800" b="1" dirty="0"/>
          </a:p>
        </p:txBody>
      </p:sp>
    </p:spTree>
    <p:extLst>
      <p:ext uri="{BB962C8B-B14F-4D97-AF65-F5344CB8AC3E}">
        <p14:creationId xmlns:p14="http://schemas.microsoft.com/office/powerpoint/2010/main" val="954226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E96528-4BAC-F699-58D7-3E4F83538006}"/>
              </a:ext>
            </a:extLst>
          </p:cNvPr>
          <p:cNvSpPr txBox="1">
            <a:spLocks/>
          </p:cNvSpPr>
          <p:nvPr/>
        </p:nvSpPr>
        <p:spPr>
          <a:xfrm>
            <a:off x="0" y="22228"/>
            <a:ext cx="9753600" cy="536575"/>
          </a:xfrm>
          <a:prstGeom prst="rect">
            <a:avLst/>
          </a:prstGeom>
        </p:spPr>
        <p:txBody>
          <a:bodyPr/>
          <a:lstStyle>
            <a:lvl1pPr algn="l" rtl="0" eaLnBrk="1" fontAlgn="base" hangingPunct="1">
              <a:spcBef>
                <a:spcPct val="0"/>
              </a:spcBef>
              <a:spcAft>
                <a:spcPct val="0"/>
              </a:spcAft>
              <a:defRPr kumimoji="1" sz="2100">
                <a:solidFill>
                  <a:srgbClr val="000000"/>
                </a:solidFill>
                <a:latin typeface="Verdana" pitchFamily="34" charset="0"/>
                <a:ea typeface="+mj-ea"/>
                <a:cs typeface="Verdana" pitchFamily="34" charset="0"/>
              </a:defRPr>
            </a:lvl1pPr>
            <a:lvl2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2pPr>
            <a:lvl3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3pPr>
            <a:lvl4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4pPr>
            <a:lvl5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5pPr>
            <a:lvl6pPr marL="3429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6pPr>
            <a:lvl7pPr marL="6858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7pPr>
            <a:lvl8pPr marL="10287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8pPr>
            <a:lvl9pPr marL="13716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9pPr>
          </a:lstStyle>
          <a:p>
            <a:r>
              <a:rPr lang="en-US" altLang="ja-JP" kern="0" dirty="0"/>
              <a:t>2-1. Approve/Reject</a:t>
            </a:r>
            <a:endParaRPr lang="ja-JP" altLang="en-US" kern="0" dirty="0"/>
          </a:p>
        </p:txBody>
      </p:sp>
      <p:sp>
        <p:nvSpPr>
          <p:cNvPr id="4" name="TextBox 3">
            <a:extLst>
              <a:ext uri="{FF2B5EF4-FFF2-40B4-BE49-F238E27FC236}">
                <a16:creationId xmlns:a16="http://schemas.microsoft.com/office/drawing/2014/main" id="{4A4BECC6-2175-E76F-8E26-A1DF46D56393}"/>
              </a:ext>
            </a:extLst>
          </p:cNvPr>
          <p:cNvSpPr txBox="1"/>
          <p:nvPr/>
        </p:nvSpPr>
        <p:spPr>
          <a:xfrm>
            <a:off x="-42809" y="558804"/>
            <a:ext cx="12104669" cy="954107"/>
          </a:xfrm>
          <a:prstGeom prst="rect">
            <a:avLst/>
          </a:prstGeom>
          <a:noFill/>
        </p:spPr>
        <p:txBody>
          <a:bodyPr wrap="square">
            <a:spAutoFit/>
          </a:bodyPr>
          <a:lstStyle/>
          <a:p>
            <a:r>
              <a:rPr lang="en-US" altLang="ja-JP" sz="1400" b="1" dirty="0">
                <a:latin typeface="Meiryo UI" panose="020B0604030504040204" pitchFamily="50" charset="-128"/>
                <a:ea typeface="Meiryo UI" panose="020B0604030504040204" pitchFamily="50" charset="-128"/>
              </a:rPr>
              <a:t>Step</a:t>
            </a:r>
            <a:r>
              <a:rPr lang="ja-JP" altLang="en-US" sz="1400" b="1" dirty="0">
                <a:latin typeface="Meiryo UI" panose="020B0604030504040204" pitchFamily="50" charset="-128"/>
                <a:ea typeface="Meiryo UI" panose="020B0604030504040204" pitchFamily="50" charset="-128"/>
              </a:rPr>
              <a:t> </a:t>
            </a:r>
            <a:r>
              <a:rPr lang="en-US" altLang="ja-JP" sz="1400" b="1" dirty="0">
                <a:latin typeface="Meiryo UI" panose="020B0604030504040204" pitchFamily="50" charset="-128"/>
                <a:ea typeface="Meiryo UI" panose="020B0604030504040204" pitchFamily="50" charset="-128"/>
              </a:rPr>
              <a:t>1:</a:t>
            </a:r>
            <a:r>
              <a:rPr lang="ja-JP" altLang="en-US" sz="1400" b="1"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After author submitted approval request, notification of approval request will be sent to 1</a:t>
            </a:r>
            <a:r>
              <a:rPr lang="en-US" altLang="ja-JP" sz="1400" baseline="30000" dirty="0">
                <a:latin typeface="Meiryo UI" panose="020B0604030504040204" pitchFamily="50" charset="-128"/>
                <a:ea typeface="Meiryo UI" panose="020B0604030504040204" pitchFamily="50" charset="-128"/>
              </a:rPr>
              <a:t>st</a:t>
            </a:r>
            <a:r>
              <a:rPr lang="en-US" altLang="ja-JP" sz="1400" dirty="0">
                <a:latin typeface="Meiryo UI" panose="020B0604030504040204" pitchFamily="50" charset="-128"/>
                <a:ea typeface="Meiryo UI" panose="020B0604030504040204" pitchFamily="50" charset="-128"/>
              </a:rPr>
              <a:t> approver.</a:t>
            </a:r>
          </a:p>
          <a:p>
            <a:r>
              <a:rPr lang="en-US" altLang="ja-JP" sz="1400" dirty="0">
                <a:latin typeface="Meiryo UI" panose="020B0604030504040204" pitchFamily="50" charset="-128"/>
                <a:ea typeface="Meiryo UI" panose="020B0604030504040204" pitchFamily="50" charset="-128"/>
              </a:rPr>
              <a:t>Approver can access Approval screen by two methods.</a:t>
            </a:r>
          </a:p>
          <a:p>
            <a:endParaRPr lang="en-US" altLang="ja-JP" sz="1400" dirty="0">
              <a:latin typeface="Meiryo UI" panose="020B0604030504040204" pitchFamily="50" charset="-128"/>
              <a:ea typeface="Meiryo UI" panose="020B0604030504040204" pitchFamily="50" charset="-128"/>
            </a:endParaRPr>
          </a:p>
          <a:p>
            <a:r>
              <a:rPr lang="en-US" altLang="ja-JP" sz="1400" b="1" u="sng" dirty="0">
                <a:latin typeface="Meiryo UI" panose="020B0604030504040204" pitchFamily="50" charset="-128"/>
                <a:ea typeface="Meiryo UI" panose="020B0604030504040204" pitchFamily="50" charset="-128"/>
              </a:rPr>
              <a:t>Method 1</a:t>
            </a:r>
            <a:r>
              <a:rPr lang="en-US" altLang="ja-JP" sz="1400" dirty="0">
                <a:latin typeface="Meiryo UI" panose="020B0604030504040204" pitchFamily="50" charset="-128"/>
                <a:ea typeface="Meiryo UI" panose="020B0604030504040204" pitchFamily="50" charset="-128"/>
              </a:rPr>
              <a:t>: There is URL to access target document in notification mail. Approver can click this URL to access approval screen as below.</a:t>
            </a:r>
          </a:p>
        </p:txBody>
      </p:sp>
      <p:cxnSp>
        <p:nvCxnSpPr>
          <p:cNvPr id="7" name="Straight Arrow Connector 6">
            <a:extLst>
              <a:ext uri="{FF2B5EF4-FFF2-40B4-BE49-F238E27FC236}">
                <a16:creationId xmlns:a16="http://schemas.microsoft.com/office/drawing/2014/main" id="{A3952F8E-CDC5-CAC0-3251-8F68BC4516DB}"/>
              </a:ext>
            </a:extLst>
          </p:cNvPr>
          <p:cNvCxnSpPr/>
          <p:nvPr/>
        </p:nvCxnSpPr>
        <p:spPr bwMode="auto">
          <a:xfrm flipV="1">
            <a:off x="4104090" y="3565133"/>
            <a:ext cx="673393" cy="325969"/>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9" name="Picture 8">
            <a:extLst>
              <a:ext uri="{FF2B5EF4-FFF2-40B4-BE49-F238E27FC236}">
                <a16:creationId xmlns:a16="http://schemas.microsoft.com/office/drawing/2014/main" id="{A2F7D0FA-801F-6BD4-A8EC-9AF9F9ACE459}"/>
              </a:ext>
            </a:extLst>
          </p:cNvPr>
          <p:cNvPicPr>
            <a:picLocks noChangeAspect="1"/>
          </p:cNvPicPr>
          <p:nvPr/>
        </p:nvPicPr>
        <p:blipFill>
          <a:blip r:embed="rId2"/>
          <a:stretch>
            <a:fillRect/>
          </a:stretch>
        </p:blipFill>
        <p:spPr>
          <a:xfrm>
            <a:off x="119865" y="4874456"/>
            <a:ext cx="7290462" cy="1961316"/>
          </a:xfrm>
          <a:prstGeom prst="rect">
            <a:avLst/>
          </a:prstGeom>
        </p:spPr>
      </p:pic>
      <p:pic>
        <p:nvPicPr>
          <p:cNvPr id="12" name="Picture 11">
            <a:extLst>
              <a:ext uri="{FF2B5EF4-FFF2-40B4-BE49-F238E27FC236}">
                <a16:creationId xmlns:a16="http://schemas.microsoft.com/office/drawing/2014/main" id="{089C3C65-40F6-BA33-72A0-3DC97BF6CCE9}"/>
              </a:ext>
            </a:extLst>
          </p:cNvPr>
          <p:cNvPicPr>
            <a:picLocks noChangeAspect="1"/>
          </p:cNvPicPr>
          <p:nvPr/>
        </p:nvPicPr>
        <p:blipFill>
          <a:blip r:embed="rId3"/>
          <a:stretch>
            <a:fillRect/>
          </a:stretch>
        </p:blipFill>
        <p:spPr>
          <a:xfrm>
            <a:off x="0" y="1433199"/>
            <a:ext cx="7290462" cy="3699253"/>
          </a:xfrm>
          <a:prstGeom prst="rect">
            <a:avLst/>
          </a:prstGeom>
        </p:spPr>
      </p:pic>
      <p:cxnSp>
        <p:nvCxnSpPr>
          <p:cNvPr id="14" name="Straight Arrow Connector 13">
            <a:extLst>
              <a:ext uri="{FF2B5EF4-FFF2-40B4-BE49-F238E27FC236}">
                <a16:creationId xmlns:a16="http://schemas.microsoft.com/office/drawing/2014/main" id="{3E825208-1D08-0202-EB47-4D3BF73A41A8}"/>
              </a:ext>
            </a:extLst>
          </p:cNvPr>
          <p:cNvCxnSpPr/>
          <p:nvPr/>
        </p:nvCxnSpPr>
        <p:spPr bwMode="auto">
          <a:xfrm>
            <a:off x="3184989" y="3565133"/>
            <a:ext cx="164386" cy="1567319"/>
          </a:xfrm>
          <a:prstGeom prst="straightConnector1">
            <a:avLst/>
          </a:prstGeom>
          <a:solidFill>
            <a:schemeClr val="accent1"/>
          </a:solidFill>
          <a:ln w="12700" cap="flat" cmpd="sng" algn="ctr">
            <a:solidFill>
              <a:schemeClr val="tx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角丸四角形 26">
            <a:extLst>
              <a:ext uri="{FF2B5EF4-FFF2-40B4-BE49-F238E27FC236}">
                <a16:creationId xmlns:a16="http://schemas.microsoft.com/office/drawing/2014/main" id="{EBB0B857-EA90-8AAC-049A-4558D81061D7}"/>
              </a:ext>
            </a:extLst>
          </p:cNvPr>
          <p:cNvSpPr/>
          <p:nvPr/>
        </p:nvSpPr>
        <p:spPr>
          <a:xfrm>
            <a:off x="6863137" y="6115806"/>
            <a:ext cx="547190" cy="325969"/>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16" name="TextBox 15">
            <a:extLst>
              <a:ext uri="{FF2B5EF4-FFF2-40B4-BE49-F238E27FC236}">
                <a16:creationId xmlns:a16="http://schemas.microsoft.com/office/drawing/2014/main" id="{DCDB428C-6B86-C2A6-1008-07C84D0F4A41}"/>
              </a:ext>
            </a:extLst>
          </p:cNvPr>
          <p:cNvSpPr txBox="1"/>
          <p:nvPr/>
        </p:nvSpPr>
        <p:spPr>
          <a:xfrm>
            <a:off x="6390526" y="6115806"/>
            <a:ext cx="164386" cy="307777"/>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①</a:t>
            </a:r>
          </a:p>
        </p:txBody>
      </p:sp>
      <p:sp>
        <p:nvSpPr>
          <p:cNvPr id="17" name="TextBox 16">
            <a:extLst>
              <a:ext uri="{FF2B5EF4-FFF2-40B4-BE49-F238E27FC236}">
                <a16:creationId xmlns:a16="http://schemas.microsoft.com/office/drawing/2014/main" id="{3664D8B9-00CC-BAE6-CFA6-766BAFAF14A2}"/>
              </a:ext>
            </a:extLst>
          </p:cNvPr>
          <p:cNvSpPr txBox="1"/>
          <p:nvPr/>
        </p:nvSpPr>
        <p:spPr>
          <a:xfrm>
            <a:off x="7410327" y="5887092"/>
            <a:ext cx="2576154" cy="253916"/>
          </a:xfrm>
          <a:prstGeom prst="rect">
            <a:avLst/>
          </a:prstGeom>
          <a:noFill/>
        </p:spPr>
        <p:txBody>
          <a:bodyPr wrap="square" rtlCol="0">
            <a:spAutoFit/>
          </a:bodyPr>
          <a:lstStyle/>
          <a:p>
            <a:r>
              <a:rPr lang="en-IN" sz="1050" b="1" dirty="0">
                <a:latin typeface="Meiryo UI" panose="020B0604030504040204" pitchFamily="34" charset="-128"/>
                <a:ea typeface="Meiryo UI" panose="020B0604030504040204" pitchFamily="34" charset="-128"/>
              </a:rPr>
              <a:t>①</a:t>
            </a:r>
            <a:r>
              <a:rPr lang="en-IN" sz="1050" dirty="0">
                <a:latin typeface="Meiryo UI" panose="020B0604030504040204" pitchFamily="34" charset="-128"/>
                <a:ea typeface="Meiryo UI" panose="020B0604030504040204" pitchFamily="34" charset="-128"/>
              </a:rPr>
              <a:t> Click on Process button</a:t>
            </a:r>
            <a:endParaRPr lang="en-IN" sz="1050" b="1" dirty="0">
              <a:latin typeface="Meiryo UI" panose="020B0604030504040204" pitchFamily="34" charset="-128"/>
              <a:ea typeface="Meiryo UI" panose="020B0604030504040204" pitchFamily="34" charset="-128"/>
            </a:endParaRPr>
          </a:p>
        </p:txBody>
      </p:sp>
      <p:pic>
        <p:nvPicPr>
          <p:cNvPr id="19" name="Picture 18">
            <a:extLst>
              <a:ext uri="{FF2B5EF4-FFF2-40B4-BE49-F238E27FC236}">
                <a16:creationId xmlns:a16="http://schemas.microsoft.com/office/drawing/2014/main" id="{9DF907C2-7348-597A-A08A-FE21E71C8577}"/>
              </a:ext>
            </a:extLst>
          </p:cNvPr>
          <p:cNvPicPr>
            <a:picLocks noChangeAspect="1"/>
          </p:cNvPicPr>
          <p:nvPr/>
        </p:nvPicPr>
        <p:blipFill>
          <a:blip r:embed="rId4"/>
          <a:stretch>
            <a:fillRect/>
          </a:stretch>
        </p:blipFill>
        <p:spPr>
          <a:xfrm>
            <a:off x="8045177" y="1475508"/>
            <a:ext cx="3651516" cy="4110818"/>
          </a:xfrm>
          <a:prstGeom prst="rect">
            <a:avLst/>
          </a:prstGeom>
        </p:spPr>
      </p:pic>
      <p:cxnSp>
        <p:nvCxnSpPr>
          <p:cNvPr id="20" name="Straight Arrow Connector 19">
            <a:extLst>
              <a:ext uri="{FF2B5EF4-FFF2-40B4-BE49-F238E27FC236}">
                <a16:creationId xmlns:a16="http://schemas.microsoft.com/office/drawing/2014/main" id="{E4C5A880-8B35-04E8-5852-72AD321083E5}"/>
              </a:ext>
            </a:extLst>
          </p:cNvPr>
          <p:cNvCxnSpPr/>
          <p:nvPr/>
        </p:nvCxnSpPr>
        <p:spPr bwMode="auto">
          <a:xfrm flipV="1">
            <a:off x="7136732" y="4348792"/>
            <a:ext cx="908445" cy="1950404"/>
          </a:xfrm>
          <a:prstGeom prst="straightConnector1">
            <a:avLst/>
          </a:prstGeom>
          <a:solidFill>
            <a:schemeClr val="accent1"/>
          </a:solidFill>
          <a:ln w="12700" cap="flat" cmpd="sng" algn="ctr">
            <a:solidFill>
              <a:schemeClr val="tx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Speech Bubble: Rectangle 22">
            <a:extLst>
              <a:ext uri="{FF2B5EF4-FFF2-40B4-BE49-F238E27FC236}">
                <a16:creationId xmlns:a16="http://schemas.microsoft.com/office/drawing/2014/main" id="{1DB90B1A-C27D-A180-A81B-D092C912CE05}"/>
              </a:ext>
            </a:extLst>
          </p:cNvPr>
          <p:cNvSpPr/>
          <p:nvPr/>
        </p:nvSpPr>
        <p:spPr bwMode="auto">
          <a:xfrm>
            <a:off x="6725831" y="4044444"/>
            <a:ext cx="1690116" cy="529246"/>
          </a:xfrm>
          <a:prstGeom prst="wedgeRectCallout">
            <a:avLst>
              <a:gd name="adj1" fmla="val 73392"/>
              <a:gd name="adj2" fmla="val -105655"/>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kumimoji="1" lang="en-US" altLang="ja-JP" sz="1000" dirty="0">
                <a:latin typeface="Meiryo UI" panose="020B0604030504040204" pitchFamily="50" charset="-128"/>
                <a:ea typeface="Meiryo UI" panose="020B0604030504040204" pitchFamily="50" charset="-128"/>
              </a:rPr>
              <a:t>Approval screen displays.</a:t>
            </a:r>
          </a:p>
        </p:txBody>
      </p:sp>
    </p:spTree>
    <p:extLst>
      <p:ext uri="{BB962C8B-B14F-4D97-AF65-F5344CB8AC3E}">
        <p14:creationId xmlns:p14="http://schemas.microsoft.com/office/powerpoint/2010/main" val="3114314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8DA8B68-4CEC-EA31-D0C9-8A8BE316C391}"/>
              </a:ext>
            </a:extLst>
          </p:cNvPr>
          <p:cNvPicPr>
            <a:picLocks noChangeAspect="1"/>
          </p:cNvPicPr>
          <p:nvPr/>
        </p:nvPicPr>
        <p:blipFill>
          <a:blip r:embed="rId2"/>
          <a:stretch>
            <a:fillRect/>
          </a:stretch>
        </p:blipFill>
        <p:spPr>
          <a:xfrm>
            <a:off x="1621203" y="1112722"/>
            <a:ext cx="2562225" cy="1219200"/>
          </a:xfrm>
          <a:prstGeom prst="rect">
            <a:avLst/>
          </a:prstGeom>
        </p:spPr>
      </p:pic>
      <p:sp>
        <p:nvSpPr>
          <p:cNvPr id="2" name="タイトル 1">
            <a:extLst>
              <a:ext uri="{FF2B5EF4-FFF2-40B4-BE49-F238E27FC236}">
                <a16:creationId xmlns:a16="http://schemas.microsoft.com/office/drawing/2014/main" id="{DF53714C-88E9-3A8D-42AA-2E744C4DA473}"/>
              </a:ext>
            </a:extLst>
          </p:cNvPr>
          <p:cNvSpPr txBox="1">
            <a:spLocks/>
          </p:cNvSpPr>
          <p:nvPr/>
        </p:nvSpPr>
        <p:spPr>
          <a:xfrm>
            <a:off x="0" y="92435"/>
            <a:ext cx="9753600" cy="536575"/>
          </a:xfrm>
          <a:prstGeom prst="rect">
            <a:avLst/>
          </a:prstGeom>
        </p:spPr>
        <p:txBody>
          <a:bodyPr/>
          <a:lstStyle>
            <a:lvl1pPr algn="l" rtl="0" eaLnBrk="1" fontAlgn="base" hangingPunct="1">
              <a:spcBef>
                <a:spcPct val="0"/>
              </a:spcBef>
              <a:spcAft>
                <a:spcPct val="0"/>
              </a:spcAft>
              <a:defRPr kumimoji="1" sz="2100">
                <a:solidFill>
                  <a:srgbClr val="000000"/>
                </a:solidFill>
                <a:latin typeface="Verdana" pitchFamily="34" charset="0"/>
                <a:ea typeface="+mj-ea"/>
                <a:cs typeface="Verdana" pitchFamily="34" charset="0"/>
              </a:defRPr>
            </a:lvl1pPr>
            <a:lvl2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2pPr>
            <a:lvl3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3pPr>
            <a:lvl4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4pPr>
            <a:lvl5pPr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5pPr>
            <a:lvl6pPr marL="3429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6pPr>
            <a:lvl7pPr marL="6858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7pPr>
            <a:lvl8pPr marL="10287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8pPr>
            <a:lvl9pPr marL="1371600" algn="l" rtl="0" eaLnBrk="1" fontAlgn="base" hangingPunct="1">
              <a:spcBef>
                <a:spcPct val="0"/>
              </a:spcBef>
              <a:spcAft>
                <a:spcPct val="0"/>
              </a:spcAft>
              <a:defRPr kumimoji="1" sz="2100">
                <a:solidFill>
                  <a:srgbClr val="000000"/>
                </a:solidFill>
                <a:latin typeface="NissanAG-Medium" pitchFamily="50" charset="0"/>
                <a:ea typeface="ＭＳ Ｐゴシック" charset="-128"/>
              </a:defRPr>
            </a:lvl9pPr>
          </a:lstStyle>
          <a:p>
            <a:r>
              <a:rPr lang="en-US" altLang="ja-JP" kern="0" dirty="0"/>
              <a:t>2-1. Approve/Reject</a:t>
            </a:r>
            <a:endParaRPr lang="ja-JP" altLang="en-US" kern="0" dirty="0"/>
          </a:p>
        </p:txBody>
      </p:sp>
      <p:sp>
        <p:nvSpPr>
          <p:cNvPr id="4" name="テキスト ボックス 14">
            <a:extLst>
              <a:ext uri="{FF2B5EF4-FFF2-40B4-BE49-F238E27FC236}">
                <a16:creationId xmlns:a16="http://schemas.microsoft.com/office/drawing/2014/main" id="{320E351F-DFF5-37C1-EA7E-729F734B7438}"/>
              </a:ext>
            </a:extLst>
          </p:cNvPr>
          <p:cNvSpPr txBox="1"/>
          <p:nvPr/>
        </p:nvSpPr>
        <p:spPr>
          <a:xfrm>
            <a:off x="0" y="685719"/>
            <a:ext cx="11801475" cy="338554"/>
          </a:xfrm>
          <a:prstGeom prst="rect">
            <a:avLst/>
          </a:prstGeom>
          <a:noFill/>
        </p:spPr>
        <p:txBody>
          <a:bodyPr wrap="square">
            <a:spAutoFit/>
          </a:bodyPr>
          <a:lstStyle/>
          <a:p>
            <a:r>
              <a:rPr lang="en-US" altLang="ja-JP" sz="1600" b="1" u="sng" dirty="0">
                <a:latin typeface="Meiryo UI" panose="020B0604030504040204" pitchFamily="50" charset="-128"/>
                <a:ea typeface="Meiryo UI" panose="020B0604030504040204" pitchFamily="50" charset="-128"/>
              </a:rPr>
              <a:t>Method 2</a:t>
            </a:r>
            <a:r>
              <a:rPr lang="en-US" altLang="ja-JP" sz="1600" dirty="0">
                <a:latin typeface="Meiryo UI" panose="020B0604030504040204" pitchFamily="50" charset="-128"/>
                <a:ea typeface="Meiryo UI" panose="020B0604030504040204" pitchFamily="50" charset="-128"/>
              </a:rPr>
              <a:t>: Access approval screen via Task menu in left side navigation bar or Task block on Top page as below.</a:t>
            </a:r>
          </a:p>
        </p:txBody>
      </p:sp>
      <p:pic>
        <p:nvPicPr>
          <p:cNvPr id="6" name="Picture 5">
            <a:extLst>
              <a:ext uri="{FF2B5EF4-FFF2-40B4-BE49-F238E27FC236}">
                <a16:creationId xmlns:a16="http://schemas.microsoft.com/office/drawing/2014/main" id="{9F6195F3-A662-2B14-DD6A-8E46BEB8A943}"/>
              </a:ext>
            </a:extLst>
          </p:cNvPr>
          <p:cNvPicPr>
            <a:picLocks noChangeAspect="1"/>
          </p:cNvPicPr>
          <p:nvPr/>
        </p:nvPicPr>
        <p:blipFill>
          <a:blip r:embed="rId3"/>
          <a:stretch>
            <a:fillRect/>
          </a:stretch>
        </p:blipFill>
        <p:spPr>
          <a:xfrm>
            <a:off x="153630" y="1131894"/>
            <a:ext cx="1076325" cy="685800"/>
          </a:xfrm>
          <a:prstGeom prst="rect">
            <a:avLst/>
          </a:prstGeom>
        </p:spPr>
      </p:pic>
      <p:cxnSp>
        <p:nvCxnSpPr>
          <p:cNvPr id="10" name="Straight Arrow Connector 9">
            <a:extLst>
              <a:ext uri="{FF2B5EF4-FFF2-40B4-BE49-F238E27FC236}">
                <a16:creationId xmlns:a16="http://schemas.microsoft.com/office/drawing/2014/main" id="{0A0096B8-9F5C-9B61-5205-7A662EB67E05}"/>
              </a:ext>
            </a:extLst>
          </p:cNvPr>
          <p:cNvCxnSpPr>
            <a:stCxn id="6" idx="3"/>
          </p:cNvCxnSpPr>
          <p:nvPr/>
        </p:nvCxnSpPr>
        <p:spPr bwMode="auto">
          <a:xfrm>
            <a:off x="1229955" y="1474794"/>
            <a:ext cx="321443" cy="0"/>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Arrow Connector 10">
            <a:extLst>
              <a:ext uri="{FF2B5EF4-FFF2-40B4-BE49-F238E27FC236}">
                <a16:creationId xmlns:a16="http://schemas.microsoft.com/office/drawing/2014/main" id="{C54A9889-6964-A9A7-E27B-ECC584A9E7ED}"/>
              </a:ext>
            </a:extLst>
          </p:cNvPr>
          <p:cNvCxnSpPr/>
          <p:nvPr/>
        </p:nvCxnSpPr>
        <p:spPr bwMode="auto">
          <a:xfrm>
            <a:off x="3966573" y="1695376"/>
            <a:ext cx="321443" cy="0"/>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5" name="Picture 14">
            <a:extLst>
              <a:ext uri="{FF2B5EF4-FFF2-40B4-BE49-F238E27FC236}">
                <a16:creationId xmlns:a16="http://schemas.microsoft.com/office/drawing/2014/main" id="{7B151949-115E-CF69-BDA3-172C7B01099C}"/>
              </a:ext>
            </a:extLst>
          </p:cNvPr>
          <p:cNvPicPr>
            <a:picLocks noChangeAspect="1"/>
          </p:cNvPicPr>
          <p:nvPr/>
        </p:nvPicPr>
        <p:blipFill>
          <a:blip r:embed="rId4"/>
          <a:stretch>
            <a:fillRect/>
          </a:stretch>
        </p:blipFill>
        <p:spPr>
          <a:xfrm>
            <a:off x="4654466" y="1112722"/>
            <a:ext cx="3354108" cy="4899750"/>
          </a:xfrm>
          <a:prstGeom prst="rect">
            <a:avLst/>
          </a:prstGeom>
        </p:spPr>
      </p:pic>
      <p:sp>
        <p:nvSpPr>
          <p:cNvPr id="18" name="Speech Bubble: Rectangle 17">
            <a:extLst>
              <a:ext uri="{FF2B5EF4-FFF2-40B4-BE49-F238E27FC236}">
                <a16:creationId xmlns:a16="http://schemas.microsoft.com/office/drawing/2014/main" id="{5D8ADD38-A253-B3FD-210D-522CA3AB35E3}"/>
              </a:ext>
            </a:extLst>
          </p:cNvPr>
          <p:cNvSpPr/>
          <p:nvPr/>
        </p:nvSpPr>
        <p:spPr bwMode="auto">
          <a:xfrm>
            <a:off x="384897" y="2608220"/>
            <a:ext cx="1690116" cy="529246"/>
          </a:xfrm>
          <a:prstGeom prst="wedgeRectCallout">
            <a:avLst>
              <a:gd name="adj1" fmla="val -30558"/>
              <a:gd name="adj2" fmla="val -237662"/>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ja-JP" altLang="en-US" sz="1000" kern="100" dirty="0">
                <a:latin typeface="Meiryo UI" panose="020B0604030504040204" pitchFamily="50" charset="-128"/>
                <a:ea typeface="Meiryo UI" panose="020B0604030504040204" pitchFamily="50" charset="-128"/>
                <a:cs typeface="Meiryo UI" panose="020B0604030504040204" pitchFamily="50" charset="-128"/>
              </a:rPr>
              <a:t>① </a:t>
            </a:r>
            <a:r>
              <a:rPr lang="en-US" altLang="ja-JP" sz="1000" kern="100" dirty="0">
                <a:latin typeface="Meiryo UI" panose="020B0604030504040204" pitchFamily="50" charset="-128"/>
                <a:ea typeface="Meiryo UI" panose="020B0604030504040204" pitchFamily="50" charset="-128"/>
                <a:cs typeface="Meiryo UI" panose="020B0604030504040204" pitchFamily="50" charset="-128"/>
              </a:rPr>
              <a:t>Click Tasks icon from left side navigation bar</a:t>
            </a:r>
            <a:r>
              <a:rPr kumimoji="1" lang="en-US" altLang="ja-JP" sz="1000" dirty="0">
                <a:latin typeface="Meiryo UI" panose="020B0604030504040204" pitchFamily="50" charset="-128"/>
                <a:ea typeface="Meiryo UI" panose="020B0604030504040204" pitchFamily="50" charset="-128"/>
              </a:rPr>
              <a:t>.</a:t>
            </a:r>
          </a:p>
        </p:txBody>
      </p:sp>
      <p:sp>
        <p:nvSpPr>
          <p:cNvPr id="19" name="Speech Bubble: Rectangle 18">
            <a:extLst>
              <a:ext uri="{FF2B5EF4-FFF2-40B4-BE49-F238E27FC236}">
                <a16:creationId xmlns:a16="http://schemas.microsoft.com/office/drawing/2014/main" id="{C381CA74-1CC9-C1D8-4A38-B26186A69EF9}"/>
              </a:ext>
            </a:extLst>
          </p:cNvPr>
          <p:cNvSpPr/>
          <p:nvPr/>
        </p:nvSpPr>
        <p:spPr bwMode="auto">
          <a:xfrm>
            <a:off x="2437178" y="3093425"/>
            <a:ext cx="1690116" cy="529246"/>
          </a:xfrm>
          <a:prstGeom prst="wedgeRectCallout">
            <a:avLst>
              <a:gd name="adj1" fmla="val -30558"/>
              <a:gd name="adj2" fmla="val -237662"/>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ja-JP" altLang="en-US" sz="1000" kern="100" dirty="0">
                <a:latin typeface="Meiryo UI" panose="020B0604030504040204" pitchFamily="50" charset="-128"/>
                <a:ea typeface="Meiryo UI" panose="020B0604030504040204" pitchFamily="50" charset="-128"/>
                <a:cs typeface="Meiryo UI" panose="020B0604030504040204" pitchFamily="50" charset="-128"/>
              </a:rPr>
              <a:t>② </a:t>
            </a:r>
            <a:r>
              <a:rPr lang="en-US" altLang="ja-JP" sz="1000" kern="100" dirty="0">
                <a:latin typeface="Meiryo UI" panose="020B0604030504040204" pitchFamily="50" charset="-128"/>
                <a:ea typeface="Meiryo UI" panose="020B0604030504040204" pitchFamily="50" charset="-128"/>
                <a:cs typeface="Meiryo UI" panose="020B0604030504040204" pitchFamily="50" charset="-128"/>
              </a:rPr>
              <a:t>Select target task</a:t>
            </a:r>
            <a:r>
              <a:rPr kumimoji="1" lang="en-US" altLang="ja-JP" sz="1000" dirty="0">
                <a:latin typeface="Meiryo UI" panose="020B0604030504040204" pitchFamily="50" charset="-128"/>
                <a:ea typeface="Meiryo UI" panose="020B0604030504040204" pitchFamily="50" charset="-128"/>
              </a:rPr>
              <a:t>.</a:t>
            </a:r>
          </a:p>
        </p:txBody>
      </p:sp>
      <p:sp>
        <p:nvSpPr>
          <p:cNvPr id="20" name="Speech Bubble: Rectangle 19">
            <a:extLst>
              <a:ext uri="{FF2B5EF4-FFF2-40B4-BE49-F238E27FC236}">
                <a16:creationId xmlns:a16="http://schemas.microsoft.com/office/drawing/2014/main" id="{123B9E76-4142-47B9-13EE-D2A8B676FB40}"/>
              </a:ext>
            </a:extLst>
          </p:cNvPr>
          <p:cNvSpPr/>
          <p:nvPr/>
        </p:nvSpPr>
        <p:spPr bwMode="auto">
          <a:xfrm>
            <a:off x="8008574" y="3137466"/>
            <a:ext cx="1690116" cy="529246"/>
          </a:xfrm>
          <a:prstGeom prst="wedgeRectCallout">
            <a:avLst>
              <a:gd name="adj1" fmla="val -58521"/>
              <a:gd name="adj2" fmla="val -4708"/>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en-US" altLang="ja-JP" sz="1000" kern="100" dirty="0">
                <a:latin typeface="Meiryo UI" panose="020B0604030504040204" pitchFamily="50" charset="-128"/>
                <a:ea typeface="Meiryo UI" panose="020B0604030504040204" pitchFamily="50" charset="-128"/>
                <a:cs typeface="Meiryo UI" panose="020B0604030504040204" pitchFamily="50" charset="-128"/>
              </a:rPr>
              <a:t>③Approver screen displays.</a:t>
            </a:r>
            <a:endParaRPr kumimoji="1" lang="en-US" altLang="ja-JP" sz="1000" dirty="0">
              <a:latin typeface="Meiryo UI" panose="020B0604030504040204" pitchFamily="50" charset="-128"/>
              <a:ea typeface="Meiryo UI" panose="020B0604030504040204" pitchFamily="50" charset="-128"/>
            </a:endParaRPr>
          </a:p>
        </p:txBody>
      </p:sp>
      <p:pic>
        <p:nvPicPr>
          <p:cNvPr id="22" name="Picture 21">
            <a:extLst>
              <a:ext uri="{FF2B5EF4-FFF2-40B4-BE49-F238E27FC236}">
                <a16:creationId xmlns:a16="http://schemas.microsoft.com/office/drawing/2014/main" id="{C258C0F3-2B16-7834-59B0-B7EE2925099D}"/>
              </a:ext>
            </a:extLst>
          </p:cNvPr>
          <p:cNvPicPr>
            <a:picLocks noChangeAspect="1"/>
          </p:cNvPicPr>
          <p:nvPr/>
        </p:nvPicPr>
        <p:blipFill>
          <a:blip r:embed="rId5"/>
          <a:stretch>
            <a:fillRect/>
          </a:stretch>
        </p:blipFill>
        <p:spPr>
          <a:xfrm>
            <a:off x="450109" y="3720535"/>
            <a:ext cx="3677185" cy="2678308"/>
          </a:xfrm>
          <a:prstGeom prst="rect">
            <a:avLst/>
          </a:prstGeom>
        </p:spPr>
      </p:pic>
      <p:sp>
        <p:nvSpPr>
          <p:cNvPr id="23" name="Speech Bubble: Rectangle 22">
            <a:extLst>
              <a:ext uri="{FF2B5EF4-FFF2-40B4-BE49-F238E27FC236}">
                <a16:creationId xmlns:a16="http://schemas.microsoft.com/office/drawing/2014/main" id="{60A7BBF5-7A72-B859-7CCC-ACBF5D4EDDE2}"/>
              </a:ext>
            </a:extLst>
          </p:cNvPr>
          <p:cNvSpPr/>
          <p:nvPr/>
        </p:nvSpPr>
        <p:spPr bwMode="auto">
          <a:xfrm>
            <a:off x="2545431" y="5745278"/>
            <a:ext cx="1690116" cy="1046649"/>
          </a:xfrm>
          <a:prstGeom prst="wedgeRectCallout">
            <a:avLst>
              <a:gd name="adj1" fmla="val 11387"/>
              <a:gd name="adj2" fmla="val -83547"/>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en-US" altLang="ja-JP" sz="1000" dirty="0">
                <a:latin typeface="Meiryo UI" panose="020B0604030504040204" pitchFamily="50" charset="-128"/>
                <a:ea typeface="Meiryo UI" panose="020B0604030504040204" pitchFamily="50" charset="-128"/>
              </a:rPr>
              <a:t>Or, you can select target task from Task block in </a:t>
            </a:r>
            <a:r>
              <a:rPr lang="en-US" altLang="ja-JP" sz="1000" dirty="0" err="1">
                <a:latin typeface="Meiryo UI" panose="020B0604030504040204" pitchFamily="50" charset="-128"/>
                <a:ea typeface="Meiryo UI" panose="020B0604030504040204" pitchFamily="50" charset="-128"/>
              </a:rPr>
              <a:t>Toppage</a:t>
            </a:r>
            <a:r>
              <a:rPr lang="en-US" altLang="ja-JP" sz="1000" dirty="0">
                <a:latin typeface="Meiryo UI" panose="020B0604030504040204" pitchFamily="50" charset="-128"/>
                <a:ea typeface="Meiryo UI" panose="020B0604030504040204" pitchFamily="50" charset="-128"/>
              </a:rPr>
              <a:t> to access Approval screen</a:t>
            </a:r>
            <a:endParaRPr kumimoji="1" lang="en-US" altLang="ja-JP" sz="10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9572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199412-3D06-4787-78D0-4835EF4219A4}"/>
              </a:ext>
            </a:extLst>
          </p:cNvPr>
          <p:cNvSpPr txBox="1"/>
          <p:nvPr/>
        </p:nvSpPr>
        <p:spPr>
          <a:xfrm>
            <a:off x="0" y="714725"/>
            <a:ext cx="11743362" cy="338554"/>
          </a:xfrm>
          <a:prstGeom prst="rect">
            <a:avLst/>
          </a:prstGeom>
          <a:noFill/>
        </p:spPr>
        <p:txBody>
          <a:bodyPr wrap="square">
            <a:spAutoFit/>
          </a:bodyPr>
          <a:lstStyle/>
          <a:p>
            <a:r>
              <a:rPr lang="en-US" altLang="ja-JP" sz="1400" b="1" dirty="0">
                <a:latin typeface="Meiryo UI" panose="020B0604030504040204" pitchFamily="50" charset="-128"/>
                <a:ea typeface="Meiryo UI" panose="020B0604030504040204" pitchFamily="50" charset="-128"/>
              </a:rPr>
              <a:t>Step 2: </a:t>
            </a:r>
            <a:r>
              <a:rPr lang="en-US" altLang="ja-JP" sz="1600" dirty="0">
                <a:latin typeface="Meiryo UI" panose="020B0604030504040204" pitchFamily="50" charset="-128"/>
                <a:ea typeface="Meiryo UI" panose="020B0604030504040204" pitchFamily="50" charset="-128"/>
              </a:rPr>
              <a:t>In Approval screen, from Decision dropdown menu, select [Approve] or [Reject], then click [Submit]</a:t>
            </a:r>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button.</a:t>
            </a:r>
          </a:p>
        </p:txBody>
      </p:sp>
      <p:pic>
        <p:nvPicPr>
          <p:cNvPr id="5" name="Picture 4">
            <a:extLst>
              <a:ext uri="{FF2B5EF4-FFF2-40B4-BE49-F238E27FC236}">
                <a16:creationId xmlns:a16="http://schemas.microsoft.com/office/drawing/2014/main" id="{CC1872F8-D797-7AC1-CE11-5317A28B5436}"/>
              </a:ext>
            </a:extLst>
          </p:cNvPr>
          <p:cNvPicPr>
            <a:picLocks noChangeAspect="1"/>
          </p:cNvPicPr>
          <p:nvPr/>
        </p:nvPicPr>
        <p:blipFill>
          <a:blip r:embed="rId2"/>
          <a:stretch>
            <a:fillRect/>
          </a:stretch>
        </p:blipFill>
        <p:spPr>
          <a:xfrm>
            <a:off x="281414" y="1109608"/>
            <a:ext cx="2877495" cy="4423025"/>
          </a:xfrm>
          <a:prstGeom prst="rect">
            <a:avLst/>
          </a:prstGeom>
        </p:spPr>
      </p:pic>
      <p:sp>
        <p:nvSpPr>
          <p:cNvPr id="6" name="Speech Bubble: Rectangle 5">
            <a:extLst>
              <a:ext uri="{FF2B5EF4-FFF2-40B4-BE49-F238E27FC236}">
                <a16:creationId xmlns:a16="http://schemas.microsoft.com/office/drawing/2014/main" id="{D962B2BA-70A4-A7A2-E62A-6F67893D914F}"/>
              </a:ext>
            </a:extLst>
          </p:cNvPr>
          <p:cNvSpPr/>
          <p:nvPr/>
        </p:nvSpPr>
        <p:spPr bwMode="auto">
          <a:xfrm>
            <a:off x="1112355" y="1488336"/>
            <a:ext cx="2173369" cy="484302"/>
          </a:xfrm>
          <a:prstGeom prst="wedgeRectCallout">
            <a:avLst>
              <a:gd name="adj1" fmla="val -54289"/>
              <a:gd name="adj2" fmla="val -106894"/>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ja-JP" altLang="en-US" sz="1000" kern="100"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1000" dirty="0">
                <a:latin typeface="Meiryo UI" panose="020B0604030504040204" pitchFamily="50" charset="-128"/>
                <a:ea typeface="Meiryo UI" panose="020B0604030504040204" pitchFamily="50" charset="-128"/>
              </a:rPr>
              <a:t>If you want to confirm attribute, please click Document ID here.</a:t>
            </a:r>
            <a:endParaRPr lang="ja-JP" altLang="en-US" sz="1000" dirty="0">
              <a:latin typeface="Meiryo UI" panose="020B0604030504040204" pitchFamily="50" charset="-128"/>
              <a:ea typeface="Meiryo UI" panose="020B0604030504040204" pitchFamily="50" charset="-128"/>
            </a:endParaRPr>
          </a:p>
          <a:p>
            <a:endParaRPr kumimoji="1" lang="en-US" altLang="ja-JP" sz="1000" dirty="0">
              <a:latin typeface="Meiryo UI" panose="020B0604030504040204" pitchFamily="50" charset="-128"/>
              <a:ea typeface="Meiryo UI" panose="020B0604030504040204" pitchFamily="50" charset="-128"/>
            </a:endParaRPr>
          </a:p>
        </p:txBody>
      </p:sp>
      <p:sp>
        <p:nvSpPr>
          <p:cNvPr id="7" name="角丸四角形 26">
            <a:extLst>
              <a:ext uri="{FF2B5EF4-FFF2-40B4-BE49-F238E27FC236}">
                <a16:creationId xmlns:a16="http://schemas.microsoft.com/office/drawing/2014/main" id="{31350184-6F60-00C0-C0EE-CF29A6C96045}"/>
              </a:ext>
            </a:extLst>
          </p:cNvPr>
          <p:cNvSpPr/>
          <p:nvPr/>
        </p:nvSpPr>
        <p:spPr>
          <a:xfrm>
            <a:off x="407330" y="4393674"/>
            <a:ext cx="1535965" cy="452811"/>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8" name="TextBox 7">
            <a:extLst>
              <a:ext uri="{FF2B5EF4-FFF2-40B4-BE49-F238E27FC236}">
                <a16:creationId xmlns:a16="http://schemas.microsoft.com/office/drawing/2014/main" id="{FF41B41F-4CD8-B029-FB16-E46731CF006E}"/>
              </a:ext>
            </a:extLst>
          </p:cNvPr>
          <p:cNvSpPr txBox="1"/>
          <p:nvPr/>
        </p:nvSpPr>
        <p:spPr>
          <a:xfrm>
            <a:off x="1921267" y="4393674"/>
            <a:ext cx="421241" cy="307777"/>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①</a:t>
            </a:r>
          </a:p>
        </p:txBody>
      </p:sp>
      <p:sp>
        <p:nvSpPr>
          <p:cNvPr id="9" name="TextBox 8">
            <a:extLst>
              <a:ext uri="{FF2B5EF4-FFF2-40B4-BE49-F238E27FC236}">
                <a16:creationId xmlns:a16="http://schemas.microsoft.com/office/drawing/2014/main" id="{3392066F-3BE7-01AE-A2D9-8DC63706CD7F}"/>
              </a:ext>
            </a:extLst>
          </p:cNvPr>
          <p:cNvSpPr txBox="1"/>
          <p:nvPr/>
        </p:nvSpPr>
        <p:spPr>
          <a:xfrm>
            <a:off x="281414" y="5621434"/>
            <a:ext cx="3489202" cy="253916"/>
          </a:xfrm>
          <a:prstGeom prst="rect">
            <a:avLst/>
          </a:prstGeom>
          <a:noFill/>
        </p:spPr>
        <p:txBody>
          <a:bodyPr wrap="square" rtlCol="0">
            <a:spAutoFit/>
          </a:bodyPr>
          <a:lstStyle/>
          <a:p>
            <a:r>
              <a:rPr lang="en-IN" sz="1050" dirty="0">
                <a:latin typeface="Meiryo UI" panose="020B0604030504040204" pitchFamily="34" charset="-128"/>
                <a:ea typeface="Meiryo UI" panose="020B0604030504040204" pitchFamily="34" charset="-128"/>
              </a:rPr>
              <a:t>① Select Approve/Reject from the list.</a:t>
            </a:r>
          </a:p>
        </p:txBody>
      </p:sp>
      <p:sp>
        <p:nvSpPr>
          <p:cNvPr id="10" name="角丸四角形 26">
            <a:extLst>
              <a:ext uri="{FF2B5EF4-FFF2-40B4-BE49-F238E27FC236}">
                <a16:creationId xmlns:a16="http://schemas.microsoft.com/office/drawing/2014/main" id="{FE9C0212-3469-0250-84C4-353A684FD713}"/>
              </a:ext>
            </a:extLst>
          </p:cNvPr>
          <p:cNvSpPr/>
          <p:nvPr/>
        </p:nvSpPr>
        <p:spPr>
          <a:xfrm>
            <a:off x="407330" y="4868727"/>
            <a:ext cx="1410050" cy="484302"/>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11" name="TextBox 10">
            <a:extLst>
              <a:ext uri="{FF2B5EF4-FFF2-40B4-BE49-F238E27FC236}">
                <a16:creationId xmlns:a16="http://schemas.microsoft.com/office/drawing/2014/main" id="{B52BF7DF-4FA5-CFF3-6DC2-E0DFF679BE19}"/>
              </a:ext>
            </a:extLst>
          </p:cNvPr>
          <p:cNvSpPr txBox="1"/>
          <p:nvPr/>
        </p:nvSpPr>
        <p:spPr>
          <a:xfrm>
            <a:off x="1943296" y="4846485"/>
            <a:ext cx="421241" cy="307777"/>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②</a:t>
            </a:r>
          </a:p>
        </p:txBody>
      </p:sp>
      <p:sp>
        <p:nvSpPr>
          <p:cNvPr id="12" name="TextBox 11">
            <a:extLst>
              <a:ext uri="{FF2B5EF4-FFF2-40B4-BE49-F238E27FC236}">
                <a16:creationId xmlns:a16="http://schemas.microsoft.com/office/drawing/2014/main" id="{7ABF08AA-1BBB-6C5F-D692-F4AD33DEBB30}"/>
              </a:ext>
            </a:extLst>
          </p:cNvPr>
          <p:cNvSpPr txBox="1"/>
          <p:nvPr/>
        </p:nvSpPr>
        <p:spPr>
          <a:xfrm>
            <a:off x="281414" y="5818882"/>
            <a:ext cx="3489202" cy="253916"/>
          </a:xfrm>
          <a:prstGeom prst="rect">
            <a:avLst/>
          </a:prstGeom>
          <a:noFill/>
        </p:spPr>
        <p:txBody>
          <a:bodyPr wrap="square" rtlCol="0">
            <a:spAutoFit/>
          </a:bodyPr>
          <a:lstStyle/>
          <a:p>
            <a:r>
              <a:rPr lang="en-IN" sz="1050" dirty="0">
                <a:latin typeface="Meiryo UI" panose="020B0604030504040204" pitchFamily="34" charset="-128"/>
                <a:ea typeface="Meiryo UI" panose="020B0604030504040204" pitchFamily="34" charset="-128"/>
              </a:rPr>
              <a:t>② [Optional] Provide your comments here.</a:t>
            </a:r>
          </a:p>
        </p:txBody>
      </p:sp>
      <p:sp>
        <p:nvSpPr>
          <p:cNvPr id="13" name="角丸四角形 26">
            <a:extLst>
              <a:ext uri="{FF2B5EF4-FFF2-40B4-BE49-F238E27FC236}">
                <a16:creationId xmlns:a16="http://schemas.microsoft.com/office/drawing/2014/main" id="{084FD707-73F4-72DC-DCCB-EC9991ED2C4E}"/>
              </a:ext>
            </a:extLst>
          </p:cNvPr>
          <p:cNvSpPr/>
          <p:nvPr/>
        </p:nvSpPr>
        <p:spPr>
          <a:xfrm>
            <a:off x="2261301" y="5197815"/>
            <a:ext cx="871664" cy="328925"/>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14" name="TextBox 13">
            <a:extLst>
              <a:ext uri="{FF2B5EF4-FFF2-40B4-BE49-F238E27FC236}">
                <a16:creationId xmlns:a16="http://schemas.microsoft.com/office/drawing/2014/main" id="{285673A9-2DA5-8A84-4875-13A79BEA3CB6}"/>
              </a:ext>
            </a:extLst>
          </p:cNvPr>
          <p:cNvSpPr txBox="1"/>
          <p:nvPr/>
        </p:nvSpPr>
        <p:spPr>
          <a:xfrm>
            <a:off x="1943295" y="5252928"/>
            <a:ext cx="421241" cy="307777"/>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③</a:t>
            </a:r>
          </a:p>
        </p:txBody>
      </p:sp>
      <p:sp>
        <p:nvSpPr>
          <p:cNvPr id="15" name="TextBox 14">
            <a:extLst>
              <a:ext uri="{FF2B5EF4-FFF2-40B4-BE49-F238E27FC236}">
                <a16:creationId xmlns:a16="http://schemas.microsoft.com/office/drawing/2014/main" id="{59453A4A-90D5-23CD-7A83-EAE27D8F80CE}"/>
              </a:ext>
            </a:extLst>
          </p:cNvPr>
          <p:cNvSpPr txBox="1"/>
          <p:nvPr/>
        </p:nvSpPr>
        <p:spPr>
          <a:xfrm>
            <a:off x="281414" y="6029614"/>
            <a:ext cx="3489202" cy="253916"/>
          </a:xfrm>
          <a:prstGeom prst="rect">
            <a:avLst/>
          </a:prstGeom>
          <a:noFill/>
        </p:spPr>
        <p:txBody>
          <a:bodyPr wrap="square" rtlCol="0">
            <a:spAutoFit/>
          </a:bodyPr>
          <a:lstStyle/>
          <a:p>
            <a:r>
              <a:rPr lang="en-IN" sz="1050" dirty="0">
                <a:latin typeface="Meiryo UI" panose="020B0604030504040204" pitchFamily="34" charset="-128"/>
                <a:ea typeface="Meiryo UI" panose="020B0604030504040204" pitchFamily="34" charset="-128"/>
              </a:rPr>
              <a:t>③ Click on Submit</a:t>
            </a:r>
          </a:p>
        </p:txBody>
      </p:sp>
      <p:pic>
        <p:nvPicPr>
          <p:cNvPr id="17" name="Picture 16">
            <a:extLst>
              <a:ext uri="{FF2B5EF4-FFF2-40B4-BE49-F238E27FC236}">
                <a16:creationId xmlns:a16="http://schemas.microsoft.com/office/drawing/2014/main" id="{3CBC7148-3066-CCCD-A3F7-B9E96D5F2730}"/>
              </a:ext>
            </a:extLst>
          </p:cNvPr>
          <p:cNvPicPr>
            <a:picLocks noChangeAspect="1"/>
          </p:cNvPicPr>
          <p:nvPr/>
        </p:nvPicPr>
        <p:blipFill>
          <a:blip r:embed="rId3"/>
          <a:stretch>
            <a:fillRect/>
          </a:stretch>
        </p:blipFill>
        <p:spPr>
          <a:xfrm>
            <a:off x="3285724" y="4395236"/>
            <a:ext cx="3291315" cy="980254"/>
          </a:xfrm>
          <a:prstGeom prst="rect">
            <a:avLst/>
          </a:prstGeom>
        </p:spPr>
      </p:pic>
      <p:cxnSp>
        <p:nvCxnSpPr>
          <p:cNvPr id="19" name="Straight Arrow Connector 18">
            <a:extLst>
              <a:ext uri="{FF2B5EF4-FFF2-40B4-BE49-F238E27FC236}">
                <a16:creationId xmlns:a16="http://schemas.microsoft.com/office/drawing/2014/main" id="{A43F847E-9B0A-9D76-DAB0-6FCFD6519250}"/>
              </a:ext>
            </a:extLst>
          </p:cNvPr>
          <p:cNvCxnSpPr>
            <a:stCxn id="8" idx="2"/>
          </p:cNvCxnSpPr>
          <p:nvPr/>
        </p:nvCxnSpPr>
        <p:spPr bwMode="auto">
          <a:xfrm>
            <a:off x="2131888" y="4701451"/>
            <a:ext cx="1248310" cy="0"/>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TextBox 20">
            <a:extLst>
              <a:ext uri="{FF2B5EF4-FFF2-40B4-BE49-F238E27FC236}">
                <a16:creationId xmlns:a16="http://schemas.microsoft.com/office/drawing/2014/main" id="{3DDEBC18-FD24-E4F3-7E39-128355E9A20C}"/>
              </a:ext>
            </a:extLst>
          </p:cNvPr>
          <p:cNvSpPr txBox="1"/>
          <p:nvPr/>
        </p:nvSpPr>
        <p:spPr>
          <a:xfrm>
            <a:off x="-20854" y="70068"/>
            <a:ext cx="6116854" cy="369332"/>
          </a:xfrm>
          <a:prstGeom prst="rect">
            <a:avLst/>
          </a:prstGeom>
          <a:noFill/>
        </p:spPr>
        <p:txBody>
          <a:bodyPr wrap="square">
            <a:spAutoFit/>
          </a:bodyPr>
          <a:lstStyle/>
          <a:p>
            <a:r>
              <a:rPr lang="en-US" altLang="ja-JP" dirty="0"/>
              <a:t>2-1. </a:t>
            </a:r>
            <a:r>
              <a:rPr kumimoji="1" lang="en-US" altLang="ja-JP" dirty="0"/>
              <a:t>Approve/Reject</a:t>
            </a:r>
            <a:endParaRPr lang="en-IN" dirty="0"/>
          </a:p>
        </p:txBody>
      </p:sp>
    </p:spTree>
    <p:extLst>
      <p:ext uri="{BB962C8B-B14F-4D97-AF65-F5344CB8AC3E}">
        <p14:creationId xmlns:p14="http://schemas.microsoft.com/office/powerpoint/2010/main" val="3007156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3DDEBC18-FD24-E4F3-7E39-128355E9A20C}"/>
              </a:ext>
            </a:extLst>
          </p:cNvPr>
          <p:cNvSpPr txBox="1"/>
          <p:nvPr/>
        </p:nvSpPr>
        <p:spPr>
          <a:xfrm>
            <a:off x="-20854" y="70068"/>
            <a:ext cx="6116854" cy="400110"/>
          </a:xfrm>
          <a:prstGeom prst="rect">
            <a:avLst/>
          </a:prstGeom>
          <a:noFill/>
        </p:spPr>
        <p:txBody>
          <a:bodyPr wrap="square">
            <a:spAutoFit/>
          </a:bodyPr>
          <a:lstStyle/>
          <a:p>
            <a:r>
              <a:rPr lang="en-US" altLang="ja-JP" dirty="0"/>
              <a:t>2-1. </a:t>
            </a:r>
            <a:r>
              <a:rPr kumimoji="1" lang="en-US" altLang="ja-JP" dirty="0"/>
              <a:t>Approve/Reject </a:t>
            </a:r>
            <a:endParaRPr lang="en-IN" dirty="0"/>
          </a:p>
        </p:txBody>
      </p:sp>
      <p:sp>
        <p:nvSpPr>
          <p:cNvPr id="4" name="TextBox 3">
            <a:extLst>
              <a:ext uri="{FF2B5EF4-FFF2-40B4-BE49-F238E27FC236}">
                <a16:creationId xmlns:a16="http://schemas.microsoft.com/office/drawing/2014/main" id="{DCE4A629-1EC2-8BAC-1F43-D6A5ED55A783}"/>
              </a:ext>
            </a:extLst>
          </p:cNvPr>
          <p:cNvSpPr txBox="1"/>
          <p:nvPr/>
        </p:nvSpPr>
        <p:spPr>
          <a:xfrm>
            <a:off x="428624" y="1198930"/>
            <a:ext cx="9867901" cy="4339650"/>
          </a:xfrm>
          <a:prstGeom prst="rect">
            <a:avLst/>
          </a:prstGeom>
          <a:noFill/>
        </p:spPr>
        <p:txBody>
          <a:bodyPr wrap="square">
            <a:spAutoFit/>
          </a:bodyPr>
          <a:lstStyle/>
          <a:p>
            <a:r>
              <a:rPr lang="en-IN" sz="1600" dirty="0">
                <a:latin typeface="Meiryo UI" panose="020B0604030504040204" pitchFamily="50" charset="-128"/>
                <a:ea typeface="Meiryo UI" panose="020B0604030504040204" pitchFamily="50" charset="-128"/>
              </a:rPr>
              <a:t>The Current approver can also delegate the approver as below.</a:t>
            </a:r>
          </a:p>
          <a:p>
            <a:endParaRPr lang="en-IN" sz="1600" dirty="0">
              <a:latin typeface="Meiryo UI" panose="020B0604030504040204" pitchFamily="50" charset="-128"/>
              <a:ea typeface="Meiryo UI" panose="020B0604030504040204" pitchFamily="50" charset="-128"/>
            </a:endParaRPr>
          </a:p>
          <a:p>
            <a:pPr marL="342900" indent="-342900">
              <a:buFont typeface="Arial" panose="020B0604020202020204" pitchFamily="34" charset="0"/>
              <a:buChar char="•"/>
            </a:pPr>
            <a:r>
              <a:rPr lang="en-IN" sz="1600" dirty="0">
                <a:latin typeface="Meiryo UI" panose="020B0604030504040204" pitchFamily="50" charset="-128"/>
                <a:ea typeface="Meiryo UI" panose="020B0604030504040204" pitchFamily="50" charset="-128"/>
              </a:rPr>
              <a:t>Delegating means that they can do the task at your place, but you still remain responsible for the task. You don't lose your rights on the document.</a:t>
            </a:r>
            <a:br>
              <a:rPr lang="en-IN" sz="1600" dirty="0">
                <a:latin typeface="Meiryo UI" panose="020B0604030504040204" pitchFamily="50" charset="-128"/>
                <a:ea typeface="Meiryo UI" panose="020B0604030504040204" pitchFamily="50" charset="-128"/>
              </a:rPr>
            </a:br>
            <a:endParaRPr lang="en-IN" sz="1600" dirty="0">
              <a:latin typeface="Meiryo UI" panose="020B0604030504040204" pitchFamily="50" charset="-128"/>
              <a:ea typeface="Meiryo UI" panose="020B0604030504040204" pitchFamily="50" charset="-128"/>
            </a:endParaRPr>
          </a:p>
          <a:p>
            <a:pPr marL="342900" indent="-342900">
              <a:buFont typeface="Arial" panose="020B0604020202020204" pitchFamily="34" charset="0"/>
              <a:buChar char="•"/>
            </a:pPr>
            <a:r>
              <a:rPr lang="en-IN" sz="1600" dirty="0">
                <a:latin typeface="Meiryo UI" panose="020B0604030504040204" pitchFamily="50" charset="-128"/>
                <a:ea typeface="Meiryo UI" panose="020B0604030504040204" pitchFamily="50" charset="-128"/>
              </a:rPr>
              <a:t>Delegate option is only displayed to the current in progress approver, hence current approver can delegate the task to another approver using this option.</a:t>
            </a:r>
            <a:br>
              <a:rPr lang="en-IN" sz="1600" dirty="0">
                <a:latin typeface="Meiryo UI" panose="020B0604030504040204" pitchFamily="50" charset="-128"/>
                <a:ea typeface="Meiryo UI" panose="020B0604030504040204" pitchFamily="50" charset="-128"/>
              </a:rPr>
            </a:br>
            <a:endParaRPr lang="en-IN" sz="1600" dirty="0">
              <a:latin typeface="Meiryo UI" panose="020B0604030504040204" pitchFamily="50" charset="-128"/>
              <a:ea typeface="Meiryo UI" panose="020B0604030504040204" pitchFamily="50" charset="-128"/>
            </a:endParaRPr>
          </a:p>
          <a:p>
            <a:pPr marL="342900" indent="-342900">
              <a:buFont typeface="Arial" panose="020B0604020202020204" pitchFamily="34" charset="0"/>
              <a:buChar char="•"/>
            </a:pPr>
            <a:r>
              <a:rPr lang="en-IN" sz="1600" dirty="0">
                <a:latin typeface="Meiryo UI" panose="020B0604030504040204" pitchFamily="50" charset="-128"/>
                <a:ea typeface="Meiryo UI" panose="020B0604030504040204" pitchFamily="50" charset="-128"/>
              </a:rPr>
              <a:t>But, </a:t>
            </a:r>
            <a:r>
              <a:rPr lang="en-IN" sz="1600" dirty="0" err="1">
                <a:latin typeface="Meiryo UI" panose="020B0604030504040204" pitchFamily="50" charset="-128"/>
                <a:ea typeface="Meiryo UI" panose="020B0604030504040204" pitchFamily="50" charset="-128"/>
              </a:rPr>
              <a:t>incase</a:t>
            </a:r>
            <a:r>
              <a:rPr lang="en-IN" sz="1600" dirty="0">
                <a:latin typeface="Meiryo UI" panose="020B0604030504040204" pitchFamily="50" charset="-128"/>
                <a:ea typeface="Meiryo UI" panose="020B0604030504040204" pitchFamily="50" charset="-128"/>
              </a:rPr>
              <a:t> if the approver is not available to approve due to job transfer or retirement, kindly reach EDMS support helpdesk keeping creator in CC, we will delegate the current approver by new approver.</a:t>
            </a:r>
          </a:p>
          <a:p>
            <a:pPr marL="342900" indent="-342900">
              <a:buFont typeface="Arial" panose="020B0604020202020204" pitchFamily="34" charset="0"/>
              <a:buChar char="•"/>
            </a:pPr>
            <a:endParaRPr lang="en-IN" sz="1600" dirty="0">
              <a:latin typeface="Meiryo UI" panose="020B0604030504040204" pitchFamily="50" charset="-128"/>
              <a:ea typeface="Meiryo UI" panose="020B0604030504040204" pitchFamily="50" charset="-128"/>
            </a:endParaRPr>
          </a:p>
          <a:p>
            <a:pPr marL="342900" indent="-342900">
              <a:buFont typeface="Arial" panose="020B0604020202020204" pitchFamily="34" charset="0"/>
              <a:buChar char="•"/>
            </a:pPr>
            <a:r>
              <a:rPr lang="en-IN" sz="1600" dirty="0">
                <a:latin typeface="Meiryo UI" panose="020B0604030504040204" pitchFamily="50" charset="-128"/>
                <a:ea typeface="Meiryo UI" panose="020B0604030504040204" pitchFamily="50" charset="-128"/>
              </a:rPr>
              <a:t>Once Workflow is started, the approval stages cannot be skipped or else the Workflow error will occur.</a:t>
            </a:r>
          </a:p>
          <a:p>
            <a:pPr marL="342900" indent="-342900">
              <a:buFont typeface="Arial" panose="020B0604020202020204" pitchFamily="34" charset="0"/>
              <a:buChar char="•"/>
            </a:pPr>
            <a:endParaRPr lang="en-IN" sz="1600" dirty="0">
              <a:latin typeface="Meiryo UI" panose="020B0604030504040204" pitchFamily="50" charset="-128"/>
              <a:ea typeface="Meiryo UI" panose="020B0604030504040204" pitchFamily="50" charset="-128"/>
            </a:endParaRPr>
          </a:p>
          <a:p>
            <a:pPr marL="342900" indent="-342900">
              <a:buFont typeface="Arial" panose="020B0604020202020204" pitchFamily="34" charset="0"/>
              <a:buChar char="•"/>
            </a:pPr>
            <a:r>
              <a:rPr lang="en-IN" sz="1600" dirty="0">
                <a:latin typeface="Meiryo UI" panose="020B0604030504040204" pitchFamily="50" charset="-128"/>
                <a:ea typeface="Meiryo UI" panose="020B0604030504040204" pitchFamily="50" charset="-128"/>
              </a:rPr>
              <a:t>The same approver can be kept as a delegated approver at multiple stages.</a:t>
            </a:r>
          </a:p>
          <a:p>
            <a:endParaRPr lang="en-IN" dirty="0"/>
          </a:p>
        </p:txBody>
      </p:sp>
    </p:spTree>
    <p:extLst>
      <p:ext uri="{BB962C8B-B14F-4D97-AF65-F5344CB8AC3E}">
        <p14:creationId xmlns:p14="http://schemas.microsoft.com/office/powerpoint/2010/main" val="2243792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3DDEBC18-FD24-E4F3-7E39-128355E9A20C}"/>
              </a:ext>
            </a:extLst>
          </p:cNvPr>
          <p:cNvSpPr txBox="1"/>
          <p:nvPr/>
        </p:nvSpPr>
        <p:spPr>
          <a:xfrm>
            <a:off x="-20854" y="70068"/>
            <a:ext cx="6116854" cy="369332"/>
          </a:xfrm>
          <a:prstGeom prst="rect">
            <a:avLst/>
          </a:prstGeom>
          <a:noFill/>
        </p:spPr>
        <p:txBody>
          <a:bodyPr wrap="square">
            <a:spAutoFit/>
          </a:bodyPr>
          <a:lstStyle/>
          <a:p>
            <a:r>
              <a:rPr lang="en-US" altLang="ja-JP" dirty="0"/>
              <a:t>2-1. </a:t>
            </a:r>
            <a:r>
              <a:rPr kumimoji="1" lang="en-US" altLang="ja-JP" dirty="0"/>
              <a:t>Approve/Reject</a:t>
            </a:r>
            <a:endParaRPr lang="en-IN" dirty="0"/>
          </a:p>
        </p:txBody>
      </p:sp>
      <p:sp>
        <p:nvSpPr>
          <p:cNvPr id="4" name="TextBox 3">
            <a:extLst>
              <a:ext uri="{FF2B5EF4-FFF2-40B4-BE49-F238E27FC236}">
                <a16:creationId xmlns:a16="http://schemas.microsoft.com/office/drawing/2014/main" id="{DCE4A629-1EC2-8BAC-1F43-D6A5ED55A783}"/>
              </a:ext>
            </a:extLst>
          </p:cNvPr>
          <p:cNvSpPr txBox="1"/>
          <p:nvPr/>
        </p:nvSpPr>
        <p:spPr>
          <a:xfrm>
            <a:off x="238124" y="760780"/>
            <a:ext cx="9867901" cy="1138773"/>
          </a:xfrm>
          <a:prstGeom prst="rect">
            <a:avLst/>
          </a:prstGeom>
          <a:noFill/>
        </p:spPr>
        <p:txBody>
          <a:bodyPr wrap="square">
            <a:spAutoFit/>
          </a:bodyPr>
          <a:lstStyle/>
          <a:p>
            <a:r>
              <a:rPr lang="en-IN" sz="1600" dirty="0">
                <a:latin typeface="Meiryo UI" panose="020B0604030504040204" pitchFamily="50" charset="-128"/>
                <a:ea typeface="Meiryo UI" panose="020B0604030504040204" pitchFamily="50" charset="-128"/>
              </a:rPr>
              <a:t>Steps to delegate Approver:</a:t>
            </a:r>
            <a:br>
              <a:rPr lang="en-IN" sz="1600" dirty="0">
                <a:latin typeface="Meiryo UI" panose="020B0604030504040204" pitchFamily="50" charset="-128"/>
                <a:ea typeface="Meiryo UI" panose="020B0604030504040204" pitchFamily="50" charset="-128"/>
              </a:rPr>
            </a:br>
            <a:endParaRPr lang="en-IN" sz="1600" dirty="0">
              <a:latin typeface="Meiryo UI" panose="020B0604030504040204" pitchFamily="50" charset="-128"/>
              <a:ea typeface="Meiryo UI" panose="020B0604030504040204" pitchFamily="50" charset="-128"/>
            </a:endParaRPr>
          </a:p>
          <a:p>
            <a:r>
              <a:rPr lang="en-US" altLang="ja-JP" sz="1600" b="1" dirty="0">
                <a:latin typeface="Meiryo UI" panose="020B0604030504040204" pitchFamily="50" charset="-128"/>
                <a:ea typeface="Meiryo UI" panose="020B0604030504040204" pitchFamily="50" charset="-128"/>
              </a:rPr>
              <a:t>Step 1</a:t>
            </a:r>
            <a:r>
              <a:rPr lang="en-US" dirty="0"/>
              <a:t>. </a:t>
            </a:r>
            <a:r>
              <a:rPr lang="en-US" sz="1600" dirty="0">
                <a:latin typeface="Meiryo UI" panose="020B0604030504040204" pitchFamily="50" charset="-128"/>
                <a:ea typeface="Meiryo UI" panose="020B0604030504040204" pitchFamily="50" charset="-128"/>
              </a:rPr>
              <a:t>Open the task menu and select the Document set that Current approver need to provide delegate access</a:t>
            </a:r>
            <a:endParaRPr lang="en-IN" sz="1600" dirty="0">
              <a:latin typeface="Meiryo UI" panose="020B0604030504040204" pitchFamily="50" charset="-128"/>
              <a:ea typeface="Meiryo UI" panose="020B0604030504040204" pitchFamily="50" charset="-128"/>
            </a:endParaRPr>
          </a:p>
        </p:txBody>
      </p:sp>
      <p:pic>
        <p:nvPicPr>
          <p:cNvPr id="9" name="Picture 8">
            <a:extLst>
              <a:ext uri="{FF2B5EF4-FFF2-40B4-BE49-F238E27FC236}">
                <a16:creationId xmlns:a16="http://schemas.microsoft.com/office/drawing/2014/main" id="{E6B2EA55-715C-B241-4CF9-85F3E0EB7A2C}"/>
              </a:ext>
            </a:extLst>
          </p:cNvPr>
          <p:cNvPicPr>
            <a:picLocks noChangeAspect="1"/>
          </p:cNvPicPr>
          <p:nvPr/>
        </p:nvPicPr>
        <p:blipFill>
          <a:blip r:embed="rId2"/>
          <a:stretch>
            <a:fillRect/>
          </a:stretch>
        </p:blipFill>
        <p:spPr>
          <a:xfrm>
            <a:off x="1123950" y="2792714"/>
            <a:ext cx="476250" cy="523875"/>
          </a:xfrm>
          <a:prstGeom prst="rect">
            <a:avLst/>
          </a:prstGeom>
        </p:spPr>
      </p:pic>
      <p:cxnSp>
        <p:nvCxnSpPr>
          <p:cNvPr id="10" name="Straight Arrow Connector 9">
            <a:extLst>
              <a:ext uri="{FF2B5EF4-FFF2-40B4-BE49-F238E27FC236}">
                <a16:creationId xmlns:a16="http://schemas.microsoft.com/office/drawing/2014/main" id="{1687613A-B25E-E7CD-0B96-20C9A2C12577}"/>
              </a:ext>
            </a:extLst>
          </p:cNvPr>
          <p:cNvCxnSpPr/>
          <p:nvPr/>
        </p:nvCxnSpPr>
        <p:spPr bwMode="auto">
          <a:xfrm>
            <a:off x="1676587" y="3066976"/>
            <a:ext cx="773291" cy="0"/>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Arrow Connector 11">
            <a:extLst>
              <a:ext uri="{FF2B5EF4-FFF2-40B4-BE49-F238E27FC236}">
                <a16:creationId xmlns:a16="http://schemas.microsoft.com/office/drawing/2014/main" id="{D3CCF9A5-680D-3BA4-1783-FB7C659CCCE1}"/>
              </a:ext>
            </a:extLst>
          </p:cNvPr>
          <p:cNvCxnSpPr>
            <a:cxnSpLocks/>
          </p:cNvCxnSpPr>
          <p:nvPr/>
        </p:nvCxnSpPr>
        <p:spPr bwMode="auto">
          <a:xfrm flipV="1">
            <a:off x="4236671" y="3089877"/>
            <a:ext cx="935403" cy="12325"/>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7" name="Picture 16">
            <a:extLst>
              <a:ext uri="{FF2B5EF4-FFF2-40B4-BE49-F238E27FC236}">
                <a16:creationId xmlns:a16="http://schemas.microsoft.com/office/drawing/2014/main" id="{C75AAAAE-803B-835A-13CE-97AFCF40160A}"/>
              </a:ext>
            </a:extLst>
          </p:cNvPr>
          <p:cNvPicPr>
            <a:picLocks noChangeAspect="1"/>
          </p:cNvPicPr>
          <p:nvPr/>
        </p:nvPicPr>
        <p:blipFill>
          <a:blip r:embed="rId3"/>
          <a:stretch>
            <a:fillRect/>
          </a:stretch>
        </p:blipFill>
        <p:spPr>
          <a:xfrm>
            <a:off x="2449878" y="2438326"/>
            <a:ext cx="1762125" cy="1257300"/>
          </a:xfrm>
          <a:prstGeom prst="rect">
            <a:avLst/>
          </a:prstGeom>
        </p:spPr>
      </p:pic>
      <p:pic>
        <p:nvPicPr>
          <p:cNvPr id="19" name="Picture 18">
            <a:extLst>
              <a:ext uri="{FF2B5EF4-FFF2-40B4-BE49-F238E27FC236}">
                <a16:creationId xmlns:a16="http://schemas.microsoft.com/office/drawing/2014/main" id="{2BF2D856-E7F5-A017-C380-4FDB653E991B}"/>
              </a:ext>
            </a:extLst>
          </p:cNvPr>
          <p:cNvPicPr>
            <a:picLocks noChangeAspect="1"/>
          </p:cNvPicPr>
          <p:nvPr/>
        </p:nvPicPr>
        <p:blipFill>
          <a:blip r:embed="rId4"/>
          <a:stretch>
            <a:fillRect/>
          </a:stretch>
        </p:blipFill>
        <p:spPr>
          <a:xfrm>
            <a:off x="5172074" y="1939175"/>
            <a:ext cx="3912282" cy="4763031"/>
          </a:xfrm>
          <a:prstGeom prst="rect">
            <a:avLst/>
          </a:prstGeom>
        </p:spPr>
      </p:pic>
    </p:spTree>
    <p:extLst>
      <p:ext uri="{BB962C8B-B14F-4D97-AF65-F5344CB8AC3E}">
        <p14:creationId xmlns:p14="http://schemas.microsoft.com/office/powerpoint/2010/main" val="932524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CFD5BF-8BF8-A22B-1C3F-C05B116FFFF5}"/>
              </a:ext>
            </a:extLst>
          </p:cNvPr>
          <p:cNvSpPr txBox="1"/>
          <p:nvPr/>
        </p:nvSpPr>
        <p:spPr>
          <a:xfrm>
            <a:off x="276224" y="512832"/>
            <a:ext cx="10258425" cy="400110"/>
          </a:xfrm>
          <a:prstGeom prst="rect">
            <a:avLst/>
          </a:prstGeom>
          <a:noFill/>
        </p:spPr>
        <p:txBody>
          <a:bodyPr wrap="square">
            <a:spAutoFit/>
          </a:bodyPr>
          <a:lstStyle/>
          <a:p>
            <a:r>
              <a:rPr lang="en-US" sz="1600" b="1" dirty="0">
                <a:latin typeface="Meiryo UI" panose="020B0604030504040204" pitchFamily="50" charset="-128"/>
                <a:ea typeface="Meiryo UI" panose="020B0604030504040204" pitchFamily="50" charset="-128"/>
              </a:rPr>
              <a:t>Step 2</a:t>
            </a:r>
            <a:r>
              <a:rPr lang="en-US" dirty="0"/>
              <a:t>. </a:t>
            </a:r>
            <a:r>
              <a:rPr lang="en-US" sz="1600" dirty="0">
                <a:latin typeface="Meiryo UI" panose="020B0604030504040204" pitchFamily="50" charset="-128"/>
                <a:ea typeface="Meiryo UI" panose="020B0604030504040204" pitchFamily="50" charset="-128"/>
              </a:rPr>
              <a:t>On  approval screen, delegate option will be display on top right corner, click on it.</a:t>
            </a:r>
            <a:endParaRPr lang="en-IN" sz="1600" dirty="0">
              <a:latin typeface="Meiryo UI" panose="020B0604030504040204" pitchFamily="50" charset="-128"/>
              <a:ea typeface="Meiryo UI" panose="020B0604030504040204" pitchFamily="50" charset="-128"/>
            </a:endParaRPr>
          </a:p>
        </p:txBody>
      </p:sp>
      <p:pic>
        <p:nvPicPr>
          <p:cNvPr id="5" name="Picture 4">
            <a:extLst>
              <a:ext uri="{FF2B5EF4-FFF2-40B4-BE49-F238E27FC236}">
                <a16:creationId xmlns:a16="http://schemas.microsoft.com/office/drawing/2014/main" id="{36D0A5C8-32A9-81AB-40D2-47E8F8CBFB20}"/>
              </a:ext>
            </a:extLst>
          </p:cNvPr>
          <p:cNvPicPr>
            <a:picLocks noChangeAspect="1"/>
          </p:cNvPicPr>
          <p:nvPr/>
        </p:nvPicPr>
        <p:blipFill>
          <a:blip r:embed="rId2"/>
          <a:stretch>
            <a:fillRect/>
          </a:stretch>
        </p:blipFill>
        <p:spPr>
          <a:xfrm>
            <a:off x="558459" y="1352550"/>
            <a:ext cx="3912282" cy="5181600"/>
          </a:xfrm>
          <a:prstGeom prst="rect">
            <a:avLst/>
          </a:prstGeom>
        </p:spPr>
      </p:pic>
      <p:sp>
        <p:nvSpPr>
          <p:cNvPr id="7" name="Speech Bubble: Rectangle 6">
            <a:extLst>
              <a:ext uri="{FF2B5EF4-FFF2-40B4-BE49-F238E27FC236}">
                <a16:creationId xmlns:a16="http://schemas.microsoft.com/office/drawing/2014/main" id="{340EE4AB-17B1-9C38-A48F-C47BA813387D}"/>
              </a:ext>
            </a:extLst>
          </p:cNvPr>
          <p:cNvSpPr/>
          <p:nvPr/>
        </p:nvSpPr>
        <p:spPr bwMode="auto">
          <a:xfrm>
            <a:off x="4782731" y="1615569"/>
            <a:ext cx="1690116" cy="264623"/>
          </a:xfrm>
          <a:prstGeom prst="wedgeRectCallout">
            <a:avLst>
              <a:gd name="adj1" fmla="val -73136"/>
              <a:gd name="adj2" fmla="val 56321"/>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kumimoji="1" lang="en-US" altLang="ja-JP" sz="1000" dirty="0">
                <a:latin typeface="Meiryo UI" panose="020B0604030504040204" pitchFamily="50" charset="-128"/>
                <a:ea typeface="Meiryo UI" panose="020B0604030504040204" pitchFamily="50" charset="-128"/>
              </a:rPr>
              <a:t>Click on delegate</a:t>
            </a:r>
          </a:p>
        </p:txBody>
      </p:sp>
      <p:sp>
        <p:nvSpPr>
          <p:cNvPr id="8" name="角丸四角形 26">
            <a:extLst>
              <a:ext uri="{FF2B5EF4-FFF2-40B4-BE49-F238E27FC236}">
                <a16:creationId xmlns:a16="http://schemas.microsoft.com/office/drawing/2014/main" id="{4C4A3750-0367-3746-DA28-690ABE037C5E}"/>
              </a:ext>
            </a:extLst>
          </p:cNvPr>
          <p:cNvSpPr/>
          <p:nvPr/>
        </p:nvSpPr>
        <p:spPr>
          <a:xfrm>
            <a:off x="3743325" y="1880192"/>
            <a:ext cx="611886" cy="186733"/>
          </a:xfrm>
          <a:prstGeom prst="roundRect">
            <a:avLst>
              <a:gd name="adj" fmla="val 16667"/>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Tree>
    <p:extLst>
      <p:ext uri="{BB962C8B-B14F-4D97-AF65-F5344CB8AC3E}">
        <p14:creationId xmlns:p14="http://schemas.microsoft.com/office/powerpoint/2010/main" val="1128959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E40477C-0B46-25B4-61A5-DDF75CD77749}"/>
              </a:ext>
            </a:extLst>
          </p:cNvPr>
          <p:cNvPicPr>
            <a:picLocks noChangeAspect="1"/>
          </p:cNvPicPr>
          <p:nvPr/>
        </p:nvPicPr>
        <p:blipFill>
          <a:blip r:embed="rId2"/>
          <a:stretch>
            <a:fillRect/>
          </a:stretch>
        </p:blipFill>
        <p:spPr>
          <a:xfrm>
            <a:off x="872399" y="2095500"/>
            <a:ext cx="4636633" cy="3357562"/>
          </a:xfrm>
          <a:prstGeom prst="rect">
            <a:avLst/>
          </a:prstGeom>
        </p:spPr>
      </p:pic>
      <p:sp>
        <p:nvSpPr>
          <p:cNvPr id="3" name="TextBox 2">
            <a:extLst>
              <a:ext uri="{FF2B5EF4-FFF2-40B4-BE49-F238E27FC236}">
                <a16:creationId xmlns:a16="http://schemas.microsoft.com/office/drawing/2014/main" id="{ECCFD5BF-8BF8-A22B-1C3F-C05B116FFFF5}"/>
              </a:ext>
            </a:extLst>
          </p:cNvPr>
          <p:cNvSpPr txBox="1"/>
          <p:nvPr/>
        </p:nvSpPr>
        <p:spPr>
          <a:xfrm>
            <a:off x="180975" y="474732"/>
            <a:ext cx="7924800" cy="400110"/>
          </a:xfrm>
          <a:prstGeom prst="rect">
            <a:avLst/>
          </a:prstGeom>
          <a:noFill/>
        </p:spPr>
        <p:txBody>
          <a:bodyPr wrap="square">
            <a:spAutoFit/>
          </a:bodyPr>
          <a:lstStyle/>
          <a:p>
            <a:r>
              <a:rPr lang="en-US" sz="1600" b="1" dirty="0">
                <a:latin typeface="Meiryo UI" panose="020B0604030504040204" pitchFamily="50" charset="-128"/>
                <a:ea typeface="Meiryo UI" panose="020B0604030504040204" pitchFamily="50" charset="-128"/>
              </a:rPr>
              <a:t>Step 3</a:t>
            </a:r>
            <a:r>
              <a:rPr lang="en-US" dirty="0"/>
              <a:t>. </a:t>
            </a:r>
            <a:r>
              <a:rPr lang="en-US" sz="1600" dirty="0">
                <a:latin typeface="Meiryo UI" panose="020B0604030504040204" pitchFamily="50" charset="-128"/>
                <a:ea typeface="Meiryo UI" panose="020B0604030504040204" pitchFamily="50" charset="-128"/>
              </a:rPr>
              <a:t>Enter user ID (New Approver ID) and click Delegate.</a:t>
            </a:r>
            <a:endParaRPr lang="en-IN" sz="1600" dirty="0">
              <a:latin typeface="Meiryo UI" panose="020B0604030504040204" pitchFamily="50" charset="-128"/>
              <a:ea typeface="Meiryo UI" panose="020B0604030504040204" pitchFamily="50" charset="-128"/>
            </a:endParaRPr>
          </a:p>
        </p:txBody>
      </p:sp>
      <p:sp>
        <p:nvSpPr>
          <p:cNvPr id="6" name="Speech Bubble: Rectangle 5">
            <a:extLst>
              <a:ext uri="{FF2B5EF4-FFF2-40B4-BE49-F238E27FC236}">
                <a16:creationId xmlns:a16="http://schemas.microsoft.com/office/drawing/2014/main" id="{6A781CEC-B9F1-62E7-9D80-4E504E76477D}"/>
              </a:ext>
            </a:extLst>
          </p:cNvPr>
          <p:cNvSpPr/>
          <p:nvPr/>
        </p:nvSpPr>
        <p:spPr bwMode="auto">
          <a:xfrm>
            <a:off x="7811681" y="3072893"/>
            <a:ext cx="1875244" cy="594231"/>
          </a:xfrm>
          <a:prstGeom prst="wedgeRectCallout">
            <a:avLst>
              <a:gd name="adj1" fmla="val -317233"/>
              <a:gd name="adj2" fmla="val 63173"/>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en-US" altLang="ja-JP" sz="1000" dirty="0">
                <a:latin typeface="Meiryo UI" panose="020B0604030504040204" pitchFamily="50" charset="-128"/>
                <a:ea typeface="Meiryo UI" panose="020B0604030504040204" pitchFamily="50" charset="-128"/>
              </a:rPr>
              <a:t>Enter the new approver ID whom the approves access has to be delegated</a:t>
            </a:r>
            <a:endParaRPr kumimoji="1" lang="en-US" altLang="ja-JP" sz="1000" dirty="0">
              <a:latin typeface="Meiryo UI" panose="020B0604030504040204" pitchFamily="50" charset="-128"/>
              <a:ea typeface="Meiryo UI" panose="020B0604030504040204" pitchFamily="50" charset="-128"/>
            </a:endParaRPr>
          </a:p>
        </p:txBody>
      </p:sp>
      <p:sp>
        <p:nvSpPr>
          <p:cNvPr id="9" name="Speech Bubble: Rectangle 8">
            <a:extLst>
              <a:ext uri="{FF2B5EF4-FFF2-40B4-BE49-F238E27FC236}">
                <a16:creationId xmlns:a16="http://schemas.microsoft.com/office/drawing/2014/main" id="{CB21F45F-06F4-FDBE-473A-8B42428CD27E}"/>
              </a:ext>
            </a:extLst>
          </p:cNvPr>
          <p:cNvSpPr/>
          <p:nvPr/>
        </p:nvSpPr>
        <p:spPr bwMode="auto">
          <a:xfrm>
            <a:off x="7954556" y="4112418"/>
            <a:ext cx="1732369" cy="431008"/>
          </a:xfrm>
          <a:prstGeom prst="wedgeRectCallout">
            <a:avLst>
              <a:gd name="adj1" fmla="val -323747"/>
              <a:gd name="adj2" fmla="val -35505"/>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en-US" altLang="ja-JP" sz="1000" dirty="0">
                <a:latin typeface="Meiryo UI" panose="020B0604030504040204" pitchFamily="50" charset="-128"/>
                <a:ea typeface="Meiryo UI" panose="020B0604030504040204" pitchFamily="50" charset="-128"/>
              </a:rPr>
              <a:t>Enter the comments but not mandatory</a:t>
            </a:r>
            <a:endParaRPr kumimoji="1" lang="en-US" altLang="ja-JP" sz="1000" dirty="0">
              <a:latin typeface="Meiryo UI" panose="020B0604030504040204" pitchFamily="50" charset="-128"/>
              <a:ea typeface="Meiryo UI" panose="020B0604030504040204" pitchFamily="50" charset="-128"/>
            </a:endParaRPr>
          </a:p>
        </p:txBody>
      </p:sp>
      <p:sp>
        <p:nvSpPr>
          <p:cNvPr id="12" name="Speech Bubble: Rectangle 11">
            <a:extLst>
              <a:ext uri="{FF2B5EF4-FFF2-40B4-BE49-F238E27FC236}">
                <a16:creationId xmlns:a16="http://schemas.microsoft.com/office/drawing/2014/main" id="{7FA9ED8E-8498-B2A2-E652-32CB01F6DCBA}"/>
              </a:ext>
            </a:extLst>
          </p:cNvPr>
          <p:cNvSpPr/>
          <p:nvPr/>
        </p:nvSpPr>
        <p:spPr bwMode="auto">
          <a:xfrm>
            <a:off x="7954556" y="5151941"/>
            <a:ext cx="1151344" cy="301121"/>
          </a:xfrm>
          <a:prstGeom prst="wedgeRectCallout">
            <a:avLst>
              <a:gd name="adj1" fmla="val -329421"/>
              <a:gd name="adj2" fmla="val -248115"/>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kumimoji="1" lang="en-US" altLang="ja-JP" sz="1000" dirty="0">
                <a:latin typeface="Meiryo UI" panose="020B0604030504040204" pitchFamily="50" charset="-128"/>
                <a:ea typeface="Meiryo UI" panose="020B0604030504040204" pitchFamily="50" charset="-128"/>
              </a:rPr>
              <a:t>Click Delegate</a:t>
            </a:r>
          </a:p>
        </p:txBody>
      </p:sp>
    </p:spTree>
    <p:extLst>
      <p:ext uri="{BB962C8B-B14F-4D97-AF65-F5344CB8AC3E}">
        <p14:creationId xmlns:p14="http://schemas.microsoft.com/office/powerpoint/2010/main" val="687626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4F700D4-0BA4-9ED7-20CA-4B1A00B72F5D}"/>
              </a:ext>
            </a:extLst>
          </p:cNvPr>
          <p:cNvPicPr>
            <a:picLocks noChangeAspect="1"/>
          </p:cNvPicPr>
          <p:nvPr/>
        </p:nvPicPr>
        <p:blipFill>
          <a:blip r:embed="rId2"/>
          <a:stretch>
            <a:fillRect/>
          </a:stretch>
        </p:blipFill>
        <p:spPr>
          <a:xfrm>
            <a:off x="2456903" y="1437929"/>
            <a:ext cx="3639097" cy="5239096"/>
          </a:xfrm>
          <a:prstGeom prst="rect">
            <a:avLst/>
          </a:prstGeom>
        </p:spPr>
      </p:pic>
      <p:sp>
        <p:nvSpPr>
          <p:cNvPr id="3" name="TextBox 2">
            <a:extLst>
              <a:ext uri="{FF2B5EF4-FFF2-40B4-BE49-F238E27FC236}">
                <a16:creationId xmlns:a16="http://schemas.microsoft.com/office/drawing/2014/main" id="{ECCFD5BF-8BF8-A22B-1C3F-C05B116FFFF5}"/>
              </a:ext>
            </a:extLst>
          </p:cNvPr>
          <p:cNvSpPr txBox="1"/>
          <p:nvPr/>
        </p:nvSpPr>
        <p:spPr>
          <a:xfrm>
            <a:off x="276224" y="512832"/>
            <a:ext cx="10372726" cy="400110"/>
          </a:xfrm>
          <a:prstGeom prst="rect">
            <a:avLst/>
          </a:prstGeom>
          <a:noFill/>
        </p:spPr>
        <p:txBody>
          <a:bodyPr wrap="square">
            <a:spAutoFit/>
          </a:bodyPr>
          <a:lstStyle/>
          <a:p>
            <a:r>
              <a:rPr lang="en-US" sz="1600" b="1" dirty="0">
                <a:latin typeface="Meiryo UI" panose="020B0604030504040204" pitchFamily="50" charset="-128"/>
                <a:ea typeface="Meiryo UI" panose="020B0604030504040204" pitchFamily="50" charset="-128"/>
              </a:rPr>
              <a:t>Step 4</a:t>
            </a:r>
            <a:r>
              <a:rPr lang="en-US" dirty="0"/>
              <a:t>. </a:t>
            </a:r>
            <a:r>
              <a:rPr lang="en-US" sz="1600" dirty="0">
                <a:latin typeface="Meiryo UI" panose="020B0604030504040204" pitchFamily="50" charset="-128"/>
                <a:ea typeface="Meiryo UI" panose="020B0604030504040204" pitchFamily="50" charset="-128"/>
              </a:rPr>
              <a:t>Delegated Approver details will be displayed under “Delegated Actors in the task” section.</a:t>
            </a:r>
            <a:endParaRPr lang="en-IN" sz="1600" dirty="0">
              <a:latin typeface="Meiryo UI" panose="020B0604030504040204" pitchFamily="50" charset="-128"/>
              <a:ea typeface="Meiryo UI" panose="020B0604030504040204" pitchFamily="50" charset="-128"/>
            </a:endParaRPr>
          </a:p>
        </p:txBody>
      </p:sp>
      <p:sp>
        <p:nvSpPr>
          <p:cNvPr id="8" name="角丸四角形 26">
            <a:extLst>
              <a:ext uri="{FF2B5EF4-FFF2-40B4-BE49-F238E27FC236}">
                <a16:creationId xmlns:a16="http://schemas.microsoft.com/office/drawing/2014/main" id="{690AF11B-1D51-3994-7449-878D4D59D888}"/>
              </a:ext>
            </a:extLst>
          </p:cNvPr>
          <p:cNvSpPr/>
          <p:nvPr/>
        </p:nvSpPr>
        <p:spPr>
          <a:xfrm>
            <a:off x="2456903" y="2695575"/>
            <a:ext cx="3257550" cy="333376"/>
          </a:xfrm>
          <a:prstGeom prst="roundRect">
            <a:avLst>
              <a:gd name="adj" fmla="val 16667"/>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14" name="Speech Bubble: Rectangle 13">
            <a:extLst>
              <a:ext uri="{FF2B5EF4-FFF2-40B4-BE49-F238E27FC236}">
                <a16:creationId xmlns:a16="http://schemas.microsoft.com/office/drawing/2014/main" id="{A4F1135F-1D6F-F4AE-52FE-D69B470DB6A7}"/>
              </a:ext>
            </a:extLst>
          </p:cNvPr>
          <p:cNvSpPr/>
          <p:nvPr/>
        </p:nvSpPr>
        <p:spPr bwMode="auto">
          <a:xfrm>
            <a:off x="7679601" y="3244334"/>
            <a:ext cx="2445474" cy="707886"/>
          </a:xfrm>
          <a:prstGeom prst="wedgeRectCallout">
            <a:avLst>
              <a:gd name="adj1" fmla="val -236594"/>
              <a:gd name="adj2" fmla="val -103784"/>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en-US" sz="1000" dirty="0"/>
              <a:t>Delegated Approver details will be displayed under “Delegated Actors in the task” section.</a:t>
            </a:r>
            <a:endParaRPr lang="en-IN" sz="1000" dirty="0"/>
          </a:p>
        </p:txBody>
      </p:sp>
    </p:spTree>
    <p:extLst>
      <p:ext uri="{BB962C8B-B14F-4D97-AF65-F5344CB8AC3E}">
        <p14:creationId xmlns:p14="http://schemas.microsoft.com/office/powerpoint/2010/main" val="1386581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D40B10-F441-C29E-6B3C-98FC63C73C3C}"/>
              </a:ext>
            </a:extLst>
          </p:cNvPr>
          <p:cNvSpPr txBox="1"/>
          <p:nvPr/>
        </p:nvSpPr>
        <p:spPr>
          <a:xfrm>
            <a:off x="0" y="607452"/>
            <a:ext cx="14373546" cy="738664"/>
          </a:xfrm>
          <a:prstGeom prst="rect">
            <a:avLst/>
          </a:prstGeom>
          <a:noFill/>
        </p:spPr>
        <p:txBody>
          <a:bodyPr wrap="square">
            <a:spAutoFit/>
          </a:bodyPr>
          <a:lstStyle/>
          <a:p>
            <a:r>
              <a:rPr lang="en-US" altLang="ja-JP" sz="1400" b="1" dirty="0">
                <a:latin typeface="Meiryo UI" panose="020B0604030504040204" pitchFamily="50" charset="-128"/>
                <a:ea typeface="Meiryo UI" panose="020B0604030504040204" pitchFamily="50" charset="-128"/>
              </a:rPr>
              <a:t>Step 3: </a:t>
            </a:r>
            <a:r>
              <a:rPr lang="en-US" altLang="ja-JP" sz="1400" dirty="0">
                <a:latin typeface="Meiryo UI" panose="020B0604030504040204" pitchFamily="50" charset="-128"/>
                <a:ea typeface="Meiryo UI" panose="020B0604030504040204" pitchFamily="50" charset="-128"/>
              </a:rPr>
              <a:t>After document is approved, document status is changed to [Issued].</a:t>
            </a:r>
          </a:p>
          <a:p>
            <a:r>
              <a:rPr lang="en-US" altLang="ja-JP" sz="1400" dirty="0">
                <a:latin typeface="Meiryo UI" panose="020B0604030504040204" pitchFamily="50" charset="-128"/>
                <a:ea typeface="Meiryo UI" panose="020B0604030504040204" pitchFamily="50" charset="-128"/>
              </a:rPr>
              <a:t>After approved, you cannot change document attributes or attachment file.</a:t>
            </a:r>
          </a:p>
          <a:p>
            <a:r>
              <a:rPr lang="en-US" altLang="ja-JP" sz="1400" dirty="0">
                <a:latin typeface="Meiryo UI" panose="020B0604030504040204" pitchFamily="50" charset="-128"/>
                <a:ea typeface="Meiryo UI" panose="020B0604030504040204" pitchFamily="50" charset="-128"/>
              </a:rPr>
              <a:t>Below notification mail will be sent once document is issued.</a:t>
            </a:r>
            <a:endParaRPr lang="ja-JP" altLang="en-US" sz="1400" dirty="0"/>
          </a:p>
        </p:txBody>
      </p:sp>
      <p:pic>
        <p:nvPicPr>
          <p:cNvPr id="5" name="Picture 4">
            <a:extLst>
              <a:ext uri="{FF2B5EF4-FFF2-40B4-BE49-F238E27FC236}">
                <a16:creationId xmlns:a16="http://schemas.microsoft.com/office/drawing/2014/main" id="{1AD5445A-3723-2A83-4CB0-F63E074204E7}"/>
              </a:ext>
            </a:extLst>
          </p:cNvPr>
          <p:cNvPicPr>
            <a:picLocks noChangeAspect="1"/>
          </p:cNvPicPr>
          <p:nvPr/>
        </p:nvPicPr>
        <p:blipFill>
          <a:blip r:embed="rId2"/>
          <a:stretch>
            <a:fillRect/>
          </a:stretch>
        </p:blipFill>
        <p:spPr>
          <a:xfrm>
            <a:off x="133564" y="1437220"/>
            <a:ext cx="7372303" cy="3997809"/>
          </a:xfrm>
          <a:prstGeom prst="rect">
            <a:avLst/>
          </a:prstGeom>
        </p:spPr>
      </p:pic>
      <p:pic>
        <p:nvPicPr>
          <p:cNvPr id="9" name="Picture 8">
            <a:extLst>
              <a:ext uri="{FF2B5EF4-FFF2-40B4-BE49-F238E27FC236}">
                <a16:creationId xmlns:a16="http://schemas.microsoft.com/office/drawing/2014/main" id="{7163229F-DE9E-FB80-5F23-9B0DB6A410A9}"/>
              </a:ext>
            </a:extLst>
          </p:cNvPr>
          <p:cNvPicPr>
            <a:picLocks noChangeAspect="1"/>
          </p:cNvPicPr>
          <p:nvPr/>
        </p:nvPicPr>
        <p:blipFill>
          <a:blip r:embed="rId3"/>
          <a:stretch>
            <a:fillRect/>
          </a:stretch>
        </p:blipFill>
        <p:spPr>
          <a:xfrm>
            <a:off x="6096000" y="1346116"/>
            <a:ext cx="5432771" cy="5002117"/>
          </a:xfrm>
          <a:prstGeom prst="rect">
            <a:avLst/>
          </a:prstGeom>
        </p:spPr>
      </p:pic>
      <p:sp>
        <p:nvSpPr>
          <p:cNvPr id="10" name="角丸四角形 26">
            <a:extLst>
              <a:ext uri="{FF2B5EF4-FFF2-40B4-BE49-F238E27FC236}">
                <a16:creationId xmlns:a16="http://schemas.microsoft.com/office/drawing/2014/main" id="{6A3A1DC3-471A-DB0C-8FD2-4CA964C51A6B}"/>
              </a:ext>
            </a:extLst>
          </p:cNvPr>
          <p:cNvSpPr/>
          <p:nvPr/>
        </p:nvSpPr>
        <p:spPr>
          <a:xfrm>
            <a:off x="1674795" y="5082139"/>
            <a:ext cx="1002653" cy="252014"/>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12" name="TextBox 11">
            <a:extLst>
              <a:ext uri="{FF2B5EF4-FFF2-40B4-BE49-F238E27FC236}">
                <a16:creationId xmlns:a16="http://schemas.microsoft.com/office/drawing/2014/main" id="{513AA37C-DCBB-3828-9D57-608291A7EE18}"/>
              </a:ext>
            </a:extLst>
          </p:cNvPr>
          <p:cNvSpPr txBox="1"/>
          <p:nvPr/>
        </p:nvSpPr>
        <p:spPr>
          <a:xfrm>
            <a:off x="-8111" y="63580"/>
            <a:ext cx="7194884" cy="369332"/>
          </a:xfrm>
          <a:prstGeom prst="rect">
            <a:avLst/>
          </a:prstGeom>
          <a:noFill/>
        </p:spPr>
        <p:txBody>
          <a:bodyPr wrap="square">
            <a:spAutoFit/>
          </a:bodyPr>
          <a:lstStyle/>
          <a:p>
            <a:r>
              <a:rPr kumimoji="1" lang="en-US" altLang="ja-JP" dirty="0"/>
              <a:t>2-1. Approve/Reject</a:t>
            </a:r>
            <a:endParaRPr lang="en-IN" dirty="0"/>
          </a:p>
        </p:txBody>
      </p:sp>
    </p:spTree>
    <p:extLst>
      <p:ext uri="{BB962C8B-B14F-4D97-AF65-F5344CB8AC3E}">
        <p14:creationId xmlns:p14="http://schemas.microsoft.com/office/powerpoint/2010/main" val="847008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08E5684-4C17-46E8-0F0F-AA81C95252DA}"/>
              </a:ext>
            </a:extLst>
          </p:cNvPr>
          <p:cNvSpPr txBox="1"/>
          <p:nvPr/>
        </p:nvSpPr>
        <p:spPr>
          <a:xfrm>
            <a:off x="-8111" y="63580"/>
            <a:ext cx="7194884" cy="369332"/>
          </a:xfrm>
          <a:prstGeom prst="rect">
            <a:avLst/>
          </a:prstGeom>
          <a:noFill/>
        </p:spPr>
        <p:txBody>
          <a:bodyPr wrap="square">
            <a:spAutoFit/>
          </a:bodyPr>
          <a:lstStyle/>
          <a:p>
            <a:r>
              <a:rPr lang="en-US" altLang="ja-JP" dirty="0"/>
              <a:t>2-2</a:t>
            </a:r>
            <a:r>
              <a:rPr kumimoji="1" lang="en-US" altLang="ja-JP" dirty="0"/>
              <a:t>. </a:t>
            </a:r>
            <a:r>
              <a:rPr lang="en-US" altLang="ja-JP" sz="1800" dirty="0">
                <a:latin typeface="Meiryo UI" panose="020B0604030504040204" pitchFamily="50" charset="-128"/>
                <a:ea typeface="Meiryo UI" panose="020B0604030504040204" pitchFamily="50" charset="-128"/>
              </a:rPr>
              <a:t>Reject by Approver</a:t>
            </a:r>
            <a:endParaRPr lang="en-IN" dirty="0"/>
          </a:p>
        </p:txBody>
      </p:sp>
      <p:sp>
        <p:nvSpPr>
          <p:cNvPr id="7" name="TextBox 6">
            <a:extLst>
              <a:ext uri="{FF2B5EF4-FFF2-40B4-BE49-F238E27FC236}">
                <a16:creationId xmlns:a16="http://schemas.microsoft.com/office/drawing/2014/main" id="{4E6557BD-1812-A5B5-E62E-C3A1CE619DA2}"/>
              </a:ext>
            </a:extLst>
          </p:cNvPr>
          <p:cNvSpPr txBox="1"/>
          <p:nvPr/>
        </p:nvSpPr>
        <p:spPr>
          <a:xfrm>
            <a:off x="-8111" y="661360"/>
            <a:ext cx="11733196" cy="523220"/>
          </a:xfrm>
          <a:prstGeom prst="rect">
            <a:avLst/>
          </a:prstGeom>
          <a:noFill/>
        </p:spPr>
        <p:txBody>
          <a:bodyPr wrap="square">
            <a:spAutoFit/>
          </a:bodyPr>
          <a:lstStyle/>
          <a:p>
            <a:r>
              <a:rPr lang="en-US" altLang="ja-JP" sz="1400" dirty="0">
                <a:latin typeface="Meiryo UI" panose="020B0604030504040204" pitchFamily="50" charset="-128"/>
                <a:ea typeface="Meiryo UI" panose="020B0604030504040204" pitchFamily="50" charset="-128"/>
              </a:rPr>
              <a:t>When approver rejected, status of document change back to [Draft]</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 Notification mail of Rejected is sent to author and document cannot be issued. Author need to recheck document to modify as needed and submit approval request again.</a:t>
            </a:r>
          </a:p>
        </p:txBody>
      </p:sp>
      <p:pic>
        <p:nvPicPr>
          <p:cNvPr id="9" name="Picture 8">
            <a:extLst>
              <a:ext uri="{FF2B5EF4-FFF2-40B4-BE49-F238E27FC236}">
                <a16:creationId xmlns:a16="http://schemas.microsoft.com/office/drawing/2014/main" id="{A6F4DDC9-C836-1DFB-D26F-78D4A8D10AB8}"/>
              </a:ext>
            </a:extLst>
          </p:cNvPr>
          <p:cNvPicPr>
            <a:picLocks noChangeAspect="1"/>
          </p:cNvPicPr>
          <p:nvPr/>
        </p:nvPicPr>
        <p:blipFill>
          <a:blip r:embed="rId3"/>
          <a:stretch>
            <a:fillRect/>
          </a:stretch>
        </p:blipFill>
        <p:spPr>
          <a:xfrm>
            <a:off x="176129" y="1486026"/>
            <a:ext cx="2712415" cy="4374682"/>
          </a:xfrm>
          <a:prstGeom prst="rect">
            <a:avLst/>
          </a:prstGeom>
        </p:spPr>
      </p:pic>
      <p:cxnSp>
        <p:nvCxnSpPr>
          <p:cNvPr id="10" name="Straight Arrow Connector 9">
            <a:extLst>
              <a:ext uri="{FF2B5EF4-FFF2-40B4-BE49-F238E27FC236}">
                <a16:creationId xmlns:a16="http://schemas.microsoft.com/office/drawing/2014/main" id="{F1FA98B5-D944-97A4-A9C9-28A0F8784C9B}"/>
              </a:ext>
            </a:extLst>
          </p:cNvPr>
          <p:cNvCxnSpPr/>
          <p:nvPr/>
        </p:nvCxnSpPr>
        <p:spPr bwMode="auto">
          <a:xfrm>
            <a:off x="2888544" y="4450752"/>
            <a:ext cx="364795" cy="0"/>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 name="Picture 12">
            <a:extLst>
              <a:ext uri="{FF2B5EF4-FFF2-40B4-BE49-F238E27FC236}">
                <a16:creationId xmlns:a16="http://schemas.microsoft.com/office/drawing/2014/main" id="{3A56E9CC-C6EB-93C0-AB88-D25BFEB248A5}"/>
              </a:ext>
            </a:extLst>
          </p:cNvPr>
          <p:cNvPicPr>
            <a:picLocks noChangeAspect="1"/>
          </p:cNvPicPr>
          <p:nvPr/>
        </p:nvPicPr>
        <p:blipFill>
          <a:blip r:embed="rId4"/>
          <a:stretch>
            <a:fillRect/>
          </a:stretch>
        </p:blipFill>
        <p:spPr>
          <a:xfrm>
            <a:off x="3253339" y="2671742"/>
            <a:ext cx="2712415" cy="2790846"/>
          </a:xfrm>
          <a:prstGeom prst="rect">
            <a:avLst/>
          </a:prstGeom>
        </p:spPr>
      </p:pic>
      <p:cxnSp>
        <p:nvCxnSpPr>
          <p:cNvPr id="14" name="Straight Arrow Connector 13">
            <a:extLst>
              <a:ext uri="{FF2B5EF4-FFF2-40B4-BE49-F238E27FC236}">
                <a16:creationId xmlns:a16="http://schemas.microsoft.com/office/drawing/2014/main" id="{3306A8F3-AEB1-8C1C-E169-E28E5970D8BE}"/>
              </a:ext>
            </a:extLst>
          </p:cNvPr>
          <p:cNvCxnSpPr/>
          <p:nvPr/>
        </p:nvCxnSpPr>
        <p:spPr bwMode="auto">
          <a:xfrm>
            <a:off x="5965754" y="5245494"/>
            <a:ext cx="364795" cy="0"/>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6" name="Picture 15">
            <a:extLst>
              <a:ext uri="{FF2B5EF4-FFF2-40B4-BE49-F238E27FC236}">
                <a16:creationId xmlns:a16="http://schemas.microsoft.com/office/drawing/2014/main" id="{AA31128D-B4FA-70E2-A8FD-C9BB64FC8FE7}"/>
              </a:ext>
            </a:extLst>
          </p:cNvPr>
          <p:cNvPicPr>
            <a:picLocks noChangeAspect="1"/>
          </p:cNvPicPr>
          <p:nvPr/>
        </p:nvPicPr>
        <p:blipFill>
          <a:blip r:embed="rId5"/>
          <a:stretch>
            <a:fillRect/>
          </a:stretch>
        </p:blipFill>
        <p:spPr>
          <a:xfrm>
            <a:off x="6330549" y="3180414"/>
            <a:ext cx="5137291" cy="2462821"/>
          </a:xfrm>
          <a:prstGeom prst="rect">
            <a:avLst/>
          </a:prstGeom>
        </p:spPr>
      </p:pic>
    </p:spTree>
    <p:extLst>
      <p:ext uri="{BB962C8B-B14F-4D97-AF65-F5344CB8AC3E}">
        <p14:creationId xmlns:p14="http://schemas.microsoft.com/office/powerpoint/2010/main" val="999907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4CB9BE-7239-1E4E-F1C2-D6989638EE13}"/>
              </a:ext>
            </a:extLst>
          </p:cNvPr>
          <p:cNvSpPr txBox="1"/>
          <p:nvPr/>
        </p:nvSpPr>
        <p:spPr>
          <a:xfrm>
            <a:off x="20234" y="122012"/>
            <a:ext cx="6107228" cy="369332"/>
          </a:xfrm>
          <a:prstGeom prst="rect">
            <a:avLst/>
          </a:prstGeom>
          <a:noFill/>
        </p:spPr>
        <p:txBody>
          <a:bodyPr wrap="square">
            <a:spAutoFit/>
          </a:bodyPr>
          <a:lstStyle/>
          <a:p>
            <a:r>
              <a:rPr lang="en-US" altLang="ja-JP" dirty="0">
                <a:latin typeface="Meiryo UI" panose="020B0604030504040204" pitchFamily="50" charset="-128"/>
                <a:ea typeface="Meiryo UI" panose="020B0604030504040204" pitchFamily="50" charset="-128"/>
              </a:rPr>
              <a:t>2-3.  Cancel Approval Request</a:t>
            </a:r>
            <a:endParaRPr lang="en-IN" dirty="0">
              <a:latin typeface="Meiryo UI" panose="020B0604030504040204" pitchFamily="50" charset="-128"/>
              <a:ea typeface="Meiryo UI" panose="020B0604030504040204" pitchFamily="50" charset="-128"/>
            </a:endParaRPr>
          </a:p>
        </p:txBody>
      </p:sp>
      <p:pic>
        <p:nvPicPr>
          <p:cNvPr id="6" name="Picture 5">
            <a:extLst>
              <a:ext uri="{FF2B5EF4-FFF2-40B4-BE49-F238E27FC236}">
                <a16:creationId xmlns:a16="http://schemas.microsoft.com/office/drawing/2014/main" id="{30524989-04A1-E2F5-95FD-83D30219F436}"/>
              </a:ext>
            </a:extLst>
          </p:cNvPr>
          <p:cNvPicPr>
            <a:picLocks noChangeAspect="1"/>
          </p:cNvPicPr>
          <p:nvPr/>
        </p:nvPicPr>
        <p:blipFill>
          <a:blip r:embed="rId2"/>
          <a:stretch>
            <a:fillRect/>
          </a:stretch>
        </p:blipFill>
        <p:spPr>
          <a:xfrm>
            <a:off x="439553" y="1092181"/>
            <a:ext cx="8659528" cy="1709806"/>
          </a:xfrm>
          <a:prstGeom prst="rect">
            <a:avLst/>
          </a:prstGeom>
        </p:spPr>
      </p:pic>
      <p:sp>
        <p:nvSpPr>
          <p:cNvPr id="7" name="Speech Bubble: Rectangle 6">
            <a:extLst>
              <a:ext uri="{FF2B5EF4-FFF2-40B4-BE49-F238E27FC236}">
                <a16:creationId xmlns:a16="http://schemas.microsoft.com/office/drawing/2014/main" id="{8EFD5262-1214-4652-0DDD-3AFC12129AA8}"/>
              </a:ext>
            </a:extLst>
          </p:cNvPr>
          <p:cNvSpPr/>
          <p:nvPr/>
        </p:nvSpPr>
        <p:spPr bwMode="auto">
          <a:xfrm>
            <a:off x="9533857" y="2456270"/>
            <a:ext cx="2347843" cy="868124"/>
          </a:xfrm>
          <a:prstGeom prst="wedgeRectCallout">
            <a:avLst>
              <a:gd name="adj1" fmla="val -66714"/>
              <a:gd name="adj2" fmla="val -97896"/>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en-US" altLang="ja-JP" sz="1000" dirty="0">
                <a:latin typeface="Meiryo UI" panose="020B0604030504040204" pitchFamily="50" charset="-128"/>
                <a:ea typeface="Meiryo UI" panose="020B0604030504040204" pitchFamily="50" charset="-128"/>
              </a:rPr>
              <a:t>You  can cancel workflow by clicking this “Abandon” button but please note that in this case, no notification mail will be sent approver.</a:t>
            </a:r>
            <a:endParaRPr lang="ja-JP" altLang="en-US" sz="1000" dirty="0">
              <a:latin typeface="Meiryo UI" panose="020B0604030504040204" pitchFamily="50" charset="-128"/>
              <a:ea typeface="Meiryo UI" panose="020B0604030504040204" pitchFamily="50" charset="-128"/>
            </a:endParaRPr>
          </a:p>
        </p:txBody>
      </p:sp>
      <p:sp>
        <p:nvSpPr>
          <p:cNvPr id="8" name="角丸四角形 26">
            <a:extLst>
              <a:ext uri="{FF2B5EF4-FFF2-40B4-BE49-F238E27FC236}">
                <a16:creationId xmlns:a16="http://schemas.microsoft.com/office/drawing/2014/main" id="{1E89EB53-73D2-325B-4416-E5A002B209E5}"/>
              </a:ext>
            </a:extLst>
          </p:cNvPr>
          <p:cNvSpPr/>
          <p:nvPr/>
        </p:nvSpPr>
        <p:spPr>
          <a:xfrm>
            <a:off x="8316587" y="1822449"/>
            <a:ext cx="782494" cy="385010"/>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10" name="TextBox 9">
            <a:extLst>
              <a:ext uri="{FF2B5EF4-FFF2-40B4-BE49-F238E27FC236}">
                <a16:creationId xmlns:a16="http://schemas.microsoft.com/office/drawing/2014/main" id="{AC392D63-00B0-B8CA-DC26-1A01EF55F467}"/>
              </a:ext>
            </a:extLst>
          </p:cNvPr>
          <p:cNvSpPr txBox="1"/>
          <p:nvPr/>
        </p:nvSpPr>
        <p:spPr>
          <a:xfrm>
            <a:off x="93045" y="3070478"/>
            <a:ext cx="9658067" cy="253916"/>
          </a:xfrm>
          <a:prstGeom prst="rect">
            <a:avLst/>
          </a:prstGeom>
          <a:noFill/>
        </p:spPr>
        <p:txBody>
          <a:bodyPr wrap="square">
            <a:spAutoFit/>
          </a:bodyPr>
          <a:lstStyle/>
          <a:p>
            <a:r>
              <a:rPr lang="en-US" altLang="ja-JP" sz="1050" dirty="0">
                <a:latin typeface="Meiryo UI" panose="020B0604030504040204" pitchFamily="50" charset="-128"/>
                <a:ea typeface="Meiryo UI" panose="020B0604030504040204" pitchFamily="50" charset="-128"/>
              </a:rPr>
              <a:t>In Approval workflow screen, select [Cancel] from Decision dropdown menu and click [Submit] button</a:t>
            </a:r>
            <a:endParaRPr lang="en-IN" sz="1050" dirty="0"/>
          </a:p>
        </p:txBody>
      </p:sp>
      <p:pic>
        <p:nvPicPr>
          <p:cNvPr id="12" name="Picture 11">
            <a:extLst>
              <a:ext uri="{FF2B5EF4-FFF2-40B4-BE49-F238E27FC236}">
                <a16:creationId xmlns:a16="http://schemas.microsoft.com/office/drawing/2014/main" id="{FEE2FF22-2FC4-4B3B-21A9-92400E357975}"/>
              </a:ext>
            </a:extLst>
          </p:cNvPr>
          <p:cNvPicPr>
            <a:picLocks noChangeAspect="1"/>
          </p:cNvPicPr>
          <p:nvPr/>
        </p:nvPicPr>
        <p:blipFill>
          <a:blip r:embed="rId3"/>
          <a:stretch>
            <a:fillRect/>
          </a:stretch>
        </p:blipFill>
        <p:spPr>
          <a:xfrm>
            <a:off x="1039749" y="3429000"/>
            <a:ext cx="2425346" cy="2895097"/>
          </a:xfrm>
          <a:prstGeom prst="rect">
            <a:avLst/>
          </a:prstGeom>
        </p:spPr>
      </p:pic>
      <p:sp>
        <p:nvSpPr>
          <p:cNvPr id="13" name="Speech Bubble: Rectangle 12">
            <a:extLst>
              <a:ext uri="{FF2B5EF4-FFF2-40B4-BE49-F238E27FC236}">
                <a16:creationId xmlns:a16="http://schemas.microsoft.com/office/drawing/2014/main" id="{6E040836-D94A-F35D-28EA-C578FE05A35C}"/>
              </a:ext>
            </a:extLst>
          </p:cNvPr>
          <p:cNvSpPr/>
          <p:nvPr/>
        </p:nvSpPr>
        <p:spPr bwMode="auto">
          <a:xfrm>
            <a:off x="3628724" y="5341197"/>
            <a:ext cx="2281187" cy="426966"/>
          </a:xfrm>
          <a:prstGeom prst="wedgeRectCallout">
            <a:avLst>
              <a:gd name="adj1" fmla="val -57432"/>
              <a:gd name="adj2" fmla="val -25757"/>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en-US" altLang="ja-JP" sz="1000" b="1" dirty="0">
                <a:latin typeface="Meiryo UI" panose="020B0604030504040204" pitchFamily="50" charset="-128"/>
                <a:ea typeface="Meiryo UI" panose="020B0604030504040204" pitchFamily="50" charset="-128"/>
              </a:rPr>
              <a:t>① </a:t>
            </a:r>
            <a:r>
              <a:rPr lang="en-US" altLang="ja-JP" sz="1000" dirty="0">
                <a:latin typeface="Meiryo UI" panose="020B0604030504040204" pitchFamily="50" charset="-128"/>
                <a:ea typeface="Meiryo UI" panose="020B0604030504040204" pitchFamily="50" charset="-128"/>
              </a:rPr>
              <a:t>Select Cancel from the dropdown menu.</a:t>
            </a:r>
            <a:endParaRPr lang="ja-JP" altLang="en-US" sz="1000" dirty="0">
              <a:latin typeface="Meiryo UI" panose="020B0604030504040204" pitchFamily="50" charset="-128"/>
              <a:ea typeface="Meiryo UI" panose="020B0604030504040204" pitchFamily="50" charset="-128"/>
            </a:endParaRPr>
          </a:p>
        </p:txBody>
      </p:sp>
      <p:sp>
        <p:nvSpPr>
          <p:cNvPr id="14" name="Speech Bubble: Rectangle 13">
            <a:extLst>
              <a:ext uri="{FF2B5EF4-FFF2-40B4-BE49-F238E27FC236}">
                <a16:creationId xmlns:a16="http://schemas.microsoft.com/office/drawing/2014/main" id="{068F91E5-349A-DEC5-1D58-4AF762290C81}"/>
              </a:ext>
            </a:extLst>
          </p:cNvPr>
          <p:cNvSpPr/>
          <p:nvPr/>
        </p:nvSpPr>
        <p:spPr bwMode="auto">
          <a:xfrm>
            <a:off x="3628724" y="5768163"/>
            <a:ext cx="2281187" cy="426966"/>
          </a:xfrm>
          <a:prstGeom prst="wedgeRectCallout">
            <a:avLst>
              <a:gd name="adj1" fmla="val -57432"/>
              <a:gd name="adj2" fmla="val -25757"/>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en-US" altLang="ja-JP" sz="1000" b="1" dirty="0">
                <a:latin typeface="Meiryo UI" panose="020B0604030504040204" pitchFamily="50" charset="-128"/>
                <a:ea typeface="Meiryo UI" panose="020B0604030504040204" pitchFamily="50" charset="-128"/>
              </a:rPr>
              <a:t>② </a:t>
            </a:r>
            <a:r>
              <a:rPr lang="en-US" altLang="ja-JP" sz="1000" dirty="0">
                <a:latin typeface="Meiryo UI" panose="020B0604030504040204" pitchFamily="50" charset="-128"/>
                <a:ea typeface="Meiryo UI" panose="020B0604030504040204" pitchFamily="50" charset="-128"/>
              </a:rPr>
              <a:t>[Optional] Provide your comment here.</a:t>
            </a:r>
            <a:endParaRPr lang="ja-JP" altLang="en-US" sz="1000" dirty="0">
              <a:latin typeface="Meiryo UI" panose="020B0604030504040204" pitchFamily="50" charset="-128"/>
              <a:ea typeface="Meiryo UI" panose="020B0604030504040204" pitchFamily="50" charset="-128"/>
            </a:endParaRPr>
          </a:p>
        </p:txBody>
      </p:sp>
      <p:sp>
        <p:nvSpPr>
          <p:cNvPr id="15" name="Speech Bubble: Rectangle 14">
            <a:extLst>
              <a:ext uri="{FF2B5EF4-FFF2-40B4-BE49-F238E27FC236}">
                <a16:creationId xmlns:a16="http://schemas.microsoft.com/office/drawing/2014/main" id="{CA9DC626-F2A1-EC0E-B4F7-4D97209CE1D9}"/>
              </a:ext>
            </a:extLst>
          </p:cNvPr>
          <p:cNvSpPr/>
          <p:nvPr/>
        </p:nvSpPr>
        <p:spPr bwMode="auto">
          <a:xfrm>
            <a:off x="3465095" y="6305146"/>
            <a:ext cx="2281187" cy="426966"/>
          </a:xfrm>
          <a:prstGeom prst="wedgeRectCallout">
            <a:avLst>
              <a:gd name="adj1" fmla="val -57010"/>
              <a:gd name="adj2" fmla="val -84370"/>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en-US" altLang="ja-JP" sz="1000" dirty="0">
                <a:latin typeface="Meiryo UI" panose="020B0604030504040204" pitchFamily="50" charset="-128"/>
                <a:ea typeface="Meiryo UI" panose="020B0604030504040204" pitchFamily="50" charset="-128"/>
              </a:rPr>
              <a:t>③ Click on Confirm </a:t>
            </a:r>
            <a:endParaRPr lang="ja-JP" altLang="en-US" sz="1000" dirty="0">
              <a:latin typeface="Meiryo UI" panose="020B0604030504040204" pitchFamily="50" charset="-128"/>
              <a:ea typeface="Meiryo UI" panose="020B0604030504040204" pitchFamily="50" charset="-128"/>
            </a:endParaRPr>
          </a:p>
        </p:txBody>
      </p:sp>
      <p:sp>
        <p:nvSpPr>
          <p:cNvPr id="16" name="角丸四角形 26">
            <a:extLst>
              <a:ext uri="{FF2B5EF4-FFF2-40B4-BE49-F238E27FC236}">
                <a16:creationId xmlns:a16="http://schemas.microsoft.com/office/drawing/2014/main" id="{563E5D57-721E-8841-EAF2-7D50224CADB7}"/>
              </a:ext>
            </a:extLst>
          </p:cNvPr>
          <p:cNvSpPr/>
          <p:nvPr/>
        </p:nvSpPr>
        <p:spPr>
          <a:xfrm>
            <a:off x="1100889" y="5178507"/>
            <a:ext cx="782494" cy="385010"/>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17" name="角丸四角形 26">
            <a:extLst>
              <a:ext uri="{FF2B5EF4-FFF2-40B4-BE49-F238E27FC236}">
                <a16:creationId xmlns:a16="http://schemas.microsoft.com/office/drawing/2014/main" id="{35C4946F-387D-99A6-40E0-2E35AE79F5C8}"/>
              </a:ext>
            </a:extLst>
          </p:cNvPr>
          <p:cNvSpPr/>
          <p:nvPr/>
        </p:nvSpPr>
        <p:spPr>
          <a:xfrm>
            <a:off x="1100889" y="5575658"/>
            <a:ext cx="782494" cy="385010"/>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18" name="角丸四角形 26">
            <a:extLst>
              <a:ext uri="{FF2B5EF4-FFF2-40B4-BE49-F238E27FC236}">
                <a16:creationId xmlns:a16="http://schemas.microsoft.com/office/drawing/2014/main" id="{4070770B-A1E3-55A1-39DB-F46058F8A8F0}"/>
              </a:ext>
            </a:extLst>
          </p:cNvPr>
          <p:cNvSpPr/>
          <p:nvPr/>
        </p:nvSpPr>
        <p:spPr>
          <a:xfrm>
            <a:off x="2682601" y="5981646"/>
            <a:ext cx="782494" cy="385010"/>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9" name="TextBox 8">
            <a:extLst>
              <a:ext uri="{FF2B5EF4-FFF2-40B4-BE49-F238E27FC236}">
                <a16:creationId xmlns:a16="http://schemas.microsoft.com/office/drawing/2014/main" id="{E3B3AE9F-0058-CBA6-A352-44DB48F355F1}"/>
              </a:ext>
            </a:extLst>
          </p:cNvPr>
          <p:cNvSpPr txBox="1"/>
          <p:nvPr/>
        </p:nvSpPr>
        <p:spPr>
          <a:xfrm>
            <a:off x="704850" y="5248275"/>
            <a:ext cx="334899" cy="307777"/>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①</a:t>
            </a:r>
          </a:p>
        </p:txBody>
      </p:sp>
      <p:sp>
        <p:nvSpPr>
          <p:cNvPr id="11" name="TextBox 10">
            <a:extLst>
              <a:ext uri="{FF2B5EF4-FFF2-40B4-BE49-F238E27FC236}">
                <a16:creationId xmlns:a16="http://schemas.microsoft.com/office/drawing/2014/main" id="{640CDA6D-B0A2-B36D-8C68-8EE4DF88604B}"/>
              </a:ext>
            </a:extLst>
          </p:cNvPr>
          <p:cNvSpPr txBox="1"/>
          <p:nvPr/>
        </p:nvSpPr>
        <p:spPr>
          <a:xfrm>
            <a:off x="684175" y="5537294"/>
            <a:ext cx="334899" cy="307777"/>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②</a:t>
            </a:r>
          </a:p>
        </p:txBody>
      </p:sp>
      <p:sp>
        <p:nvSpPr>
          <p:cNvPr id="19" name="TextBox 18">
            <a:extLst>
              <a:ext uri="{FF2B5EF4-FFF2-40B4-BE49-F238E27FC236}">
                <a16:creationId xmlns:a16="http://schemas.microsoft.com/office/drawing/2014/main" id="{C0AD2C19-EB42-6CA7-0CF2-593B95844471}"/>
              </a:ext>
            </a:extLst>
          </p:cNvPr>
          <p:cNvSpPr txBox="1"/>
          <p:nvPr/>
        </p:nvSpPr>
        <p:spPr>
          <a:xfrm>
            <a:off x="2337364" y="5981646"/>
            <a:ext cx="334899" cy="307777"/>
          </a:xfrm>
          <a:prstGeom prst="rect">
            <a:avLst/>
          </a:prstGeom>
          <a:noFill/>
        </p:spPr>
        <p:txBody>
          <a:bodyPr wrap="square" rtlCol="0">
            <a:spAutoFit/>
          </a:bodyPr>
          <a:lstStyle/>
          <a:p>
            <a:r>
              <a:rPr lang="en-IN" sz="1400" b="1" dirty="0">
                <a:solidFill>
                  <a:srgbClr val="FF0000"/>
                </a:solidFill>
                <a:latin typeface="Meiryo UI" panose="020B0604030504040204" pitchFamily="34" charset="-128"/>
                <a:ea typeface="Meiryo UI" panose="020B0604030504040204" pitchFamily="34" charset="-128"/>
              </a:rPr>
              <a:t>③</a:t>
            </a:r>
          </a:p>
        </p:txBody>
      </p:sp>
    </p:spTree>
    <p:extLst>
      <p:ext uri="{BB962C8B-B14F-4D97-AF65-F5344CB8AC3E}">
        <p14:creationId xmlns:p14="http://schemas.microsoft.com/office/powerpoint/2010/main" val="191490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85CE9-2230-8C04-4968-7EB41F7EA9FF}"/>
              </a:ext>
            </a:extLst>
          </p:cNvPr>
          <p:cNvSpPr txBox="1"/>
          <p:nvPr/>
        </p:nvSpPr>
        <p:spPr>
          <a:xfrm>
            <a:off x="-1" y="659676"/>
            <a:ext cx="12050829" cy="523220"/>
          </a:xfrm>
          <a:prstGeom prst="rect">
            <a:avLst/>
          </a:prstGeom>
          <a:noFill/>
        </p:spPr>
        <p:txBody>
          <a:bodyPr wrap="square">
            <a:spAutoFit/>
          </a:bodyPr>
          <a:lstStyle/>
          <a:p>
            <a:r>
              <a:rPr lang="en-US" altLang="ja-JP" sz="1400" b="1" dirty="0">
                <a:latin typeface="Meiryo UI" panose="020B0604030504040204" pitchFamily="50" charset="-128"/>
                <a:ea typeface="Meiryo UI" panose="020B0604030504040204" pitchFamily="50" charset="-128"/>
              </a:rPr>
              <a:t>Step 3: </a:t>
            </a:r>
            <a:r>
              <a:rPr lang="en-US" altLang="ja-JP" sz="1400" dirty="0">
                <a:latin typeface="Meiryo UI" panose="020B0604030504040204" pitchFamily="50" charset="-128"/>
                <a:ea typeface="Meiryo UI" panose="020B0604030504040204" pitchFamily="50" charset="-128"/>
              </a:rPr>
              <a:t>After clicking [Submit] button, you can confirm below 3 points to make sure cancellation of approval request has been completed.</a:t>
            </a:r>
            <a:endParaRPr lang="ja-JP" altLang="en-US" sz="1400" dirty="0">
              <a:latin typeface="Meiryo UI" panose="020B0604030504040204" pitchFamily="50" charset="-128"/>
              <a:ea typeface="Meiryo UI" panose="020B0604030504040204" pitchFamily="50" charset="-128"/>
            </a:endParaRPr>
          </a:p>
        </p:txBody>
      </p:sp>
      <p:pic>
        <p:nvPicPr>
          <p:cNvPr id="5" name="Picture 4">
            <a:extLst>
              <a:ext uri="{FF2B5EF4-FFF2-40B4-BE49-F238E27FC236}">
                <a16:creationId xmlns:a16="http://schemas.microsoft.com/office/drawing/2014/main" id="{4AA9C562-99CC-D5BD-53EB-F59CF2177F1C}"/>
              </a:ext>
            </a:extLst>
          </p:cNvPr>
          <p:cNvPicPr>
            <a:picLocks noChangeAspect="1"/>
          </p:cNvPicPr>
          <p:nvPr/>
        </p:nvPicPr>
        <p:blipFill>
          <a:blip r:embed="rId2"/>
          <a:stretch>
            <a:fillRect/>
          </a:stretch>
        </p:blipFill>
        <p:spPr>
          <a:xfrm>
            <a:off x="779645" y="1182896"/>
            <a:ext cx="9256295" cy="1957448"/>
          </a:xfrm>
          <a:prstGeom prst="rect">
            <a:avLst/>
          </a:prstGeom>
        </p:spPr>
      </p:pic>
      <p:sp>
        <p:nvSpPr>
          <p:cNvPr id="6" name="Speech Bubble: Rectangle 5">
            <a:extLst>
              <a:ext uri="{FF2B5EF4-FFF2-40B4-BE49-F238E27FC236}">
                <a16:creationId xmlns:a16="http://schemas.microsoft.com/office/drawing/2014/main" id="{A3DA619F-8C99-5D83-3C0E-82A0144BF505}"/>
              </a:ext>
            </a:extLst>
          </p:cNvPr>
          <p:cNvSpPr/>
          <p:nvPr/>
        </p:nvSpPr>
        <p:spPr bwMode="auto">
          <a:xfrm>
            <a:off x="9472480" y="2234195"/>
            <a:ext cx="2347843" cy="523220"/>
          </a:xfrm>
          <a:prstGeom prst="wedgeRectCallout">
            <a:avLst>
              <a:gd name="adj1" fmla="val -66714"/>
              <a:gd name="adj2" fmla="val -97896"/>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ja-JP" altLang="en-US" sz="1000" kern="100"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1000" kern="100" dirty="0">
                <a:latin typeface="Meiryo UI" panose="020B0604030504040204" pitchFamily="50" charset="-128"/>
                <a:ea typeface="Meiryo UI" panose="020B0604030504040204" pitchFamily="50" charset="-128"/>
                <a:cs typeface="Meiryo UI" panose="020B0604030504040204" pitchFamily="50" charset="-128"/>
              </a:rPr>
              <a:t>Confirm that black bar of workflow on detail screen disappears.</a:t>
            </a:r>
            <a:endParaRPr kumimoji="1" lang="ja-JP" altLang="en-US" sz="1000" dirty="0">
              <a:latin typeface="Meiryo UI" panose="020B0604030504040204" pitchFamily="50" charset="-128"/>
              <a:ea typeface="Meiryo UI" panose="020B0604030504040204" pitchFamily="50" charset="-128"/>
            </a:endParaRPr>
          </a:p>
        </p:txBody>
      </p:sp>
      <p:pic>
        <p:nvPicPr>
          <p:cNvPr id="8" name="Picture 7">
            <a:extLst>
              <a:ext uri="{FF2B5EF4-FFF2-40B4-BE49-F238E27FC236}">
                <a16:creationId xmlns:a16="http://schemas.microsoft.com/office/drawing/2014/main" id="{5A708632-EF9B-FC75-214E-0D40181CEDBC}"/>
              </a:ext>
            </a:extLst>
          </p:cNvPr>
          <p:cNvPicPr>
            <a:picLocks noChangeAspect="1"/>
          </p:cNvPicPr>
          <p:nvPr/>
        </p:nvPicPr>
        <p:blipFill>
          <a:blip r:embed="rId3"/>
          <a:stretch>
            <a:fillRect/>
          </a:stretch>
        </p:blipFill>
        <p:spPr>
          <a:xfrm>
            <a:off x="332323" y="3140344"/>
            <a:ext cx="3647473" cy="3400567"/>
          </a:xfrm>
          <a:prstGeom prst="rect">
            <a:avLst/>
          </a:prstGeom>
        </p:spPr>
      </p:pic>
      <p:sp>
        <p:nvSpPr>
          <p:cNvPr id="9" name="Speech Bubble: Rectangle 8">
            <a:extLst>
              <a:ext uri="{FF2B5EF4-FFF2-40B4-BE49-F238E27FC236}">
                <a16:creationId xmlns:a16="http://schemas.microsoft.com/office/drawing/2014/main" id="{5AA31ABD-7F33-6B20-F2C7-2075DF555393}"/>
              </a:ext>
            </a:extLst>
          </p:cNvPr>
          <p:cNvSpPr/>
          <p:nvPr/>
        </p:nvSpPr>
        <p:spPr bwMode="auto">
          <a:xfrm>
            <a:off x="2405431" y="6017691"/>
            <a:ext cx="2347843" cy="523220"/>
          </a:xfrm>
          <a:prstGeom prst="wedgeRectCallout">
            <a:avLst>
              <a:gd name="adj1" fmla="val -71633"/>
              <a:gd name="adj2" fmla="val 21680"/>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ja-JP" altLang="en-US" sz="1000" kern="100"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1000" kern="100" dirty="0">
                <a:latin typeface="Meiryo UI" panose="020B0604030504040204" pitchFamily="50" charset="-128"/>
                <a:ea typeface="Meiryo UI" panose="020B0604030504040204" pitchFamily="50" charset="-128"/>
                <a:cs typeface="Meiryo UI" panose="020B0604030504040204" pitchFamily="50" charset="-128"/>
              </a:rPr>
              <a:t>Confirm that status of document change back to </a:t>
            </a:r>
            <a:r>
              <a:rPr kumimoji="1" lang="en-US" altLang="ja-JP" sz="1000" dirty="0">
                <a:latin typeface="Meiryo UI" panose="020B0604030504040204" pitchFamily="50" charset="-128"/>
                <a:ea typeface="Meiryo UI" panose="020B0604030504040204" pitchFamily="50" charset="-128"/>
              </a:rPr>
              <a:t>Draft.</a:t>
            </a:r>
            <a:endParaRPr kumimoji="1" lang="ja-JP" altLang="en-US" sz="1000" dirty="0">
              <a:latin typeface="Meiryo UI" panose="020B0604030504040204" pitchFamily="50" charset="-128"/>
              <a:ea typeface="Meiryo UI" panose="020B0604030504040204" pitchFamily="50" charset="-128"/>
            </a:endParaRPr>
          </a:p>
        </p:txBody>
      </p:sp>
      <p:sp>
        <p:nvSpPr>
          <p:cNvPr id="12" name="角丸四角形 26">
            <a:extLst>
              <a:ext uri="{FF2B5EF4-FFF2-40B4-BE49-F238E27FC236}">
                <a16:creationId xmlns:a16="http://schemas.microsoft.com/office/drawing/2014/main" id="{92EC1CD9-3391-AE3D-E9BF-FF7CF8B5E651}"/>
              </a:ext>
            </a:extLst>
          </p:cNvPr>
          <p:cNvSpPr/>
          <p:nvPr/>
        </p:nvSpPr>
        <p:spPr>
          <a:xfrm>
            <a:off x="1485900" y="6305550"/>
            <a:ext cx="537300" cy="263936"/>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pic>
        <p:nvPicPr>
          <p:cNvPr id="14" name="Picture 13">
            <a:extLst>
              <a:ext uri="{FF2B5EF4-FFF2-40B4-BE49-F238E27FC236}">
                <a16:creationId xmlns:a16="http://schemas.microsoft.com/office/drawing/2014/main" id="{E52D3401-F6EA-9083-4EC2-FCD2B17ABD5C}"/>
              </a:ext>
            </a:extLst>
          </p:cNvPr>
          <p:cNvPicPr>
            <a:picLocks noChangeAspect="1"/>
          </p:cNvPicPr>
          <p:nvPr/>
        </p:nvPicPr>
        <p:blipFill>
          <a:blip r:embed="rId4"/>
          <a:stretch>
            <a:fillRect/>
          </a:stretch>
        </p:blipFill>
        <p:spPr>
          <a:xfrm>
            <a:off x="5438274" y="3128820"/>
            <a:ext cx="6128635" cy="3401314"/>
          </a:xfrm>
          <a:prstGeom prst="rect">
            <a:avLst/>
          </a:prstGeom>
        </p:spPr>
      </p:pic>
      <p:sp>
        <p:nvSpPr>
          <p:cNvPr id="15" name="Speech Bubble: Rectangle 14">
            <a:extLst>
              <a:ext uri="{FF2B5EF4-FFF2-40B4-BE49-F238E27FC236}">
                <a16:creationId xmlns:a16="http://schemas.microsoft.com/office/drawing/2014/main" id="{A73C0B40-41A8-B7D6-6AC4-4F72DF8DA863}"/>
              </a:ext>
            </a:extLst>
          </p:cNvPr>
          <p:cNvSpPr/>
          <p:nvPr/>
        </p:nvSpPr>
        <p:spPr bwMode="auto">
          <a:xfrm>
            <a:off x="9046862" y="3646822"/>
            <a:ext cx="2347843" cy="523220"/>
          </a:xfrm>
          <a:prstGeom prst="wedgeRectCallout">
            <a:avLst>
              <a:gd name="adj1" fmla="val -66714"/>
              <a:gd name="adj2" fmla="val -97896"/>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ja-JP" altLang="en-US" sz="1000" kern="100" dirty="0">
                <a:latin typeface="Meiryo UI" panose="020B0604030504040204" pitchFamily="50" charset="-128"/>
                <a:ea typeface="Meiryo UI" panose="020B0604030504040204" pitchFamily="50" charset="-128"/>
                <a:cs typeface="Meiryo UI" panose="020B0604030504040204" pitchFamily="50" charset="-128"/>
              </a:rPr>
              <a:t>③ </a:t>
            </a:r>
            <a:r>
              <a:rPr lang="en-US" altLang="ja-JP" sz="1000" kern="100" dirty="0">
                <a:latin typeface="Meiryo UI" panose="020B0604030504040204" pitchFamily="50" charset="-128"/>
                <a:ea typeface="Meiryo UI" panose="020B0604030504040204" pitchFamily="50" charset="-128"/>
                <a:cs typeface="Meiryo UI" panose="020B0604030504040204" pitchFamily="50" charset="-128"/>
              </a:rPr>
              <a:t>Confirm that “Approval Request Cancel” notification mail is sent to approver</a:t>
            </a:r>
            <a:endParaRPr kumimoji="1" lang="ja-JP" altLang="en-US" sz="1000" dirty="0">
              <a:latin typeface="Meiryo UI" panose="020B0604030504040204" pitchFamily="50" charset="-128"/>
              <a:ea typeface="Meiryo UI" panose="020B0604030504040204" pitchFamily="50" charset="-128"/>
            </a:endParaRPr>
          </a:p>
        </p:txBody>
      </p:sp>
      <p:sp>
        <p:nvSpPr>
          <p:cNvPr id="11" name="TextBox 10">
            <a:extLst>
              <a:ext uri="{FF2B5EF4-FFF2-40B4-BE49-F238E27FC236}">
                <a16:creationId xmlns:a16="http://schemas.microsoft.com/office/drawing/2014/main" id="{22F1FD26-0190-DD3C-3A13-63CE8979BABA}"/>
              </a:ext>
            </a:extLst>
          </p:cNvPr>
          <p:cNvSpPr txBox="1"/>
          <p:nvPr/>
        </p:nvSpPr>
        <p:spPr>
          <a:xfrm>
            <a:off x="26921" y="125876"/>
            <a:ext cx="6115050" cy="369332"/>
          </a:xfrm>
          <a:prstGeom prst="rect">
            <a:avLst/>
          </a:prstGeom>
          <a:noFill/>
        </p:spPr>
        <p:txBody>
          <a:bodyPr wrap="square">
            <a:spAutoFit/>
          </a:bodyPr>
          <a:lstStyle/>
          <a:p>
            <a:r>
              <a:rPr lang="en-US" altLang="ja-JP" dirty="0">
                <a:latin typeface="Meiryo UI" panose="020B0604030504040204" pitchFamily="50" charset="-128"/>
                <a:ea typeface="Meiryo UI" panose="020B0604030504040204" pitchFamily="50" charset="-128"/>
              </a:rPr>
              <a:t>2-3.  Cancel Approval Request</a:t>
            </a:r>
            <a:endParaRPr lang="en-IN"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55544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A0E05EA-535E-44D9-AAE5-BA8FBE13814E}"/>
              </a:ext>
            </a:extLst>
          </p:cNvPr>
          <p:cNvPicPr>
            <a:picLocks noChangeAspect="1"/>
          </p:cNvPicPr>
          <p:nvPr/>
        </p:nvPicPr>
        <p:blipFill>
          <a:blip r:embed="rId2"/>
          <a:stretch>
            <a:fillRect/>
          </a:stretch>
        </p:blipFill>
        <p:spPr>
          <a:xfrm>
            <a:off x="1574279" y="882786"/>
            <a:ext cx="2251343" cy="1441146"/>
          </a:xfrm>
          <a:prstGeom prst="rect">
            <a:avLst/>
          </a:prstGeom>
        </p:spPr>
      </p:pic>
      <p:sp>
        <p:nvSpPr>
          <p:cNvPr id="3" name="TextBox 2">
            <a:extLst>
              <a:ext uri="{FF2B5EF4-FFF2-40B4-BE49-F238E27FC236}">
                <a16:creationId xmlns:a16="http://schemas.microsoft.com/office/drawing/2014/main" id="{243F8E90-45D0-BDEB-8FC1-A806E7042CE0}"/>
              </a:ext>
            </a:extLst>
          </p:cNvPr>
          <p:cNvSpPr txBox="1"/>
          <p:nvPr/>
        </p:nvSpPr>
        <p:spPr>
          <a:xfrm>
            <a:off x="-11228" y="70403"/>
            <a:ext cx="6107228" cy="369332"/>
          </a:xfrm>
          <a:prstGeom prst="rect">
            <a:avLst/>
          </a:prstGeom>
          <a:noFill/>
        </p:spPr>
        <p:txBody>
          <a:bodyPr wrap="square">
            <a:spAutoFit/>
          </a:bodyPr>
          <a:lstStyle/>
          <a:p>
            <a:r>
              <a:rPr lang="en-US" altLang="ja-JP" sz="1800" kern="0" dirty="0">
                <a:solidFill>
                  <a:srgbClr val="000008"/>
                </a:solidFill>
                <a:latin typeface="Meiryo UI" panose="020B0604030504040204" pitchFamily="50" charset="-128"/>
                <a:ea typeface="Meiryo UI" panose="020B0604030504040204" pitchFamily="50" charset="-128"/>
                <a:cs typeface="Meiryo UI" panose="020B0604030504040204" pitchFamily="50" charset="-128"/>
              </a:rPr>
              <a:t>2-4. Recall Approval by Approver</a:t>
            </a:r>
            <a:endParaRPr lang="en-IN" dirty="0"/>
          </a:p>
        </p:txBody>
      </p:sp>
      <p:sp>
        <p:nvSpPr>
          <p:cNvPr id="5" name="TextBox 4">
            <a:extLst>
              <a:ext uri="{FF2B5EF4-FFF2-40B4-BE49-F238E27FC236}">
                <a16:creationId xmlns:a16="http://schemas.microsoft.com/office/drawing/2014/main" id="{D2F25C47-A18C-E0B3-CB50-8D3A582D43D6}"/>
              </a:ext>
            </a:extLst>
          </p:cNvPr>
          <p:cNvSpPr txBox="1"/>
          <p:nvPr/>
        </p:nvSpPr>
        <p:spPr>
          <a:xfrm>
            <a:off x="-1" y="621176"/>
            <a:ext cx="12089331" cy="523220"/>
          </a:xfrm>
          <a:prstGeom prst="rect">
            <a:avLst/>
          </a:prstGeom>
          <a:noFill/>
        </p:spPr>
        <p:txBody>
          <a:bodyPr wrap="square">
            <a:spAutoFit/>
          </a:bodyPr>
          <a:lstStyle/>
          <a:p>
            <a:r>
              <a:rPr lang="en-US" altLang="ja-JP" sz="1400" b="1" dirty="0">
                <a:latin typeface="Meiryo UI" panose="020B0604030504040204" pitchFamily="50" charset="-128"/>
                <a:ea typeface="Meiryo UI" panose="020B0604030504040204" pitchFamily="50" charset="-128"/>
              </a:rPr>
              <a:t>Step 1: </a:t>
            </a:r>
            <a:r>
              <a:rPr lang="en-US" altLang="ja-JP" sz="1400" dirty="0">
                <a:latin typeface="Meiryo UI" panose="020B0604030504040204" pitchFamily="50" charset="-128"/>
                <a:ea typeface="Meiryo UI" panose="020B0604030504040204" pitchFamily="50" charset="-128"/>
              </a:rPr>
              <a:t>If middle approver (=not final approver) want to recall their approval decision, please follow below steps to access workflow to recall</a:t>
            </a:r>
          </a:p>
        </p:txBody>
      </p:sp>
      <p:pic>
        <p:nvPicPr>
          <p:cNvPr id="7" name="Picture 6">
            <a:extLst>
              <a:ext uri="{FF2B5EF4-FFF2-40B4-BE49-F238E27FC236}">
                <a16:creationId xmlns:a16="http://schemas.microsoft.com/office/drawing/2014/main" id="{7BA6A446-69BE-A67E-D1DE-EDEC6FA19B22}"/>
              </a:ext>
            </a:extLst>
          </p:cNvPr>
          <p:cNvPicPr>
            <a:picLocks noChangeAspect="1"/>
          </p:cNvPicPr>
          <p:nvPr/>
        </p:nvPicPr>
        <p:blipFill>
          <a:blip r:embed="rId3"/>
          <a:stretch>
            <a:fillRect/>
          </a:stretch>
        </p:blipFill>
        <p:spPr>
          <a:xfrm>
            <a:off x="3507533" y="1258460"/>
            <a:ext cx="2735510" cy="4493639"/>
          </a:xfrm>
          <a:prstGeom prst="rect">
            <a:avLst/>
          </a:prstGeom>
        </p:spPr>
      </p:pic>
      <p:pic>
        <p:nvPicPr>
          <p:cNvPr id="8" name="Picture 7">
            <a:extLst>
              <a:ext uri="{FF2B5EF4-FFF2-40B4-BE49-F238E27FC236}">
                <a16:creationId xmlns:a16="http://schemas.microsoft.com/office/drawing/2014/main" id="{F7377FAD-3CFE-B93F-979D-A0AA0F0CF24A}"/>
              </a:ext>
            </a:extLst>
          </p:cNvPr>
          <p:cNvPicPr>
            <a:picLocks noChangeAspect="1"/>
          </p:cNvPicPr>
          <p:nvPr/>
        </p:nvPicPr>
        <p:blipFill>
          <a:blip r:embed="rId4"/>
          <a:stretch>
            <a:fillRect/>
          </a:stretch>
        </p:blipFill>
        <p:spPr>
          <a:xfrm>
            <a:off x="182506" y="1325837"/>
            <a:ext cx="1076325" cy="685800"/>
          </a:xfrm>
          <a:prstGeom prst="rect">
            <a:avLst/>
          </a:prstGeom>
        </p:spPr>
      </p:pic>
      <p:cxnSp>
        <p:nvCxnSpPr>
          <p:cNvPr id="9" name="Straight Arrow Connector 8">
            <a:extLst>
              <a:ext uri="{FF2B5EF4-FFF2-40B4-BE49-F238E27FC236}">
                <a16:creationId xmlns:a16="http://schemas.microsoft.com/office/drawing/2014/main" id="{41273670-8737-217A-4613-6BAAC1078F3A}"/>
              </a:ext>
            </a:extLst>
          </p:cNvPr>
          <p:cNvCxnSpPr/>
          <p:nvPr/>
        </p:nvCxnSpPr>
        <p:spPr bwMode="auto">
          <a:xfrm>
            <a:off x="1258831" y="1637624"/>
            <a:ext cx="364795" cy="0"/>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Arrow Connector 11">
            <a:extLst>
              <a:ext uri="{FF2B5EF4-FFF2-40B4-BE49-F238E27FC236}">
                <a16:creationId xmlns:a16="http://schemas.microsoft.com/office/drawing/2014/main" id="{78CC401D-834D-567D-8E20-C738C8477336}"/>
              </a:ext>
            </a:extLst>
          </p:cNvPr>
          <p:cNvCxnSpPr/>
          <p:nvPr/>
        </p:nvCxnSpPr>
        <p:spPr bwMode="auto">
          <a:xfrm>
            <a:off x="3042386" y="1770773"/>
            <a:ext cx="364795" cy="0"/>
          </a:xfrm>
          <a:prstGeom prst="straightConnector1">
            <a:avLst/>
          </a:prstGeom>
          <a:solidFill>
            <a:schemeClr val="accent1"/>
          </a:solidFill>
          <a:ln w="762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Speech Bubble: Rectangle 12">
            <a:extLst>
              <a:ext uri="{FF2B5EF4-FFF2-40B4-BE49-F238E27FC236}">
                <a16:creationId xmlns:a16="http://schemas.microsoft.com/office/drawing/2014/main" id="{3B23B8A0-49A1-3E01-F28D-A9413C3514E7}"/>
              </a:ext>
            </a:extLst>
          </p:cNvPr>
          <p:cNvSpPr/>
          <p:nvPr/>
        </p:nvSpPr>
        <p:spPr bwMode="auto">
          <a:xfrm>
            <a:off x="6602045" y="5138738"/>
            <a:ext cx="2347843" cy="523220"/>
          </a:xfrm>
          <a:prstGeom prst="wedgeRectCallout">
            <a:avLst>
              <a:gd name="adj1" fmla="val -66714"/>
              <a:gd name="adj2" fmla="val -97896"/>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spcAft>
                <a:spcPts val="0"/>
              </a:spcAft>
            </a:pPr>
            <a:r>
              <a:rPr lang="ja-JP" altLang="en-US" sz="1000" dirty="0">
                <a:latin typeface="Meiryo UI" panose="020B0604030504040204" pitchFamily="50" charset="-128"/>
                <a:ea typeface="Meiryo UI" panose="020B0604030504040204" pitchFamily="50" charset="-128"/>
              </a:rPr>
              <a:t>③ </a:t>
            </a:r>
            <a:r>
              <a:rPr lang="en-US" altLang="ja-JP" sz="1000" dirty="0">
                <a:latin typeface="Meiryo UI" panose="020B0604030504040204" pitchFamily="50" charset="-128"/>
                <a:ea typeface="Meiryo UI" panose="020B0604030504040204" pitchFamily="50" charset="-128"/>
              </a:rPr>
              <a:t>Select [Recall] from Decision dropdown menu</a:t>
            </a:r>
            <a:endParaRPr lang="en-US" altLang="ja-JP" sz="1000" kern="1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Speech Bubble: Rectangle 13">
            <a:extLst>
              <a:ext uri="{FF2B5EF4-FFF2-40B4-BE49-F238E27FC236}">
                <a16:creationId xmlns:a16="http://schemas.microsoft.com/office/drawing/2014/main" id="{19C44A2D-4497-F45A-2065-7AC4541AC928}"/>
              </a:ext>
            </a:extLst>
          </p:cNvPr>
          <p:cNvSpPr/>
          <p:nvPr/>
        </p:nvSpPr>
        <p:spPr bwMode="auto">
          <a:xfrm>
            <a:off x="182506" y="2216066"/>
            <a:ext cx="1451572" cy="601094"/>
          </a:xfrm>
          <a:prstGeom prst="wedgeRectCallout">
            <a:avLst>
              <a:gd name="adj1" fmla="val -38864"/>
              <a:gd name="adj2" fmla="val -95816"/>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spcAft>
                <a:spcPts val="0"/>
              </a:spcAft>
            </a:pPr>
            <a:r>
              <a:rPr lang="ja-JP" altLang="en-US" sz="1000" kern="100" dirty="0">
                <a:latin typeface="Meiryo UI" panose="020B0604030504040204" pitchFamily="50" charset="-128"/>
                <a:ea typeface="Meiryo UI" panose="020B0604030504040204" pitchFamily="50" charset="-128"/>
                <a:cs typeface="Meiryo UI" panose="020B0604030504040204" pitchFamily="50" charset="-128"/>
              </a:rPr>
              <a:t>① </a:t>
            </a:r>
            <a:r>
              <a:rPr lang="en-US" altLang="ja-JP" sz="1000" kern="100" dirty="0">
                <a:latin typeface="Meiryo UI" panose="020B0604030504040204" pitchFamily="50" charset="-128"/>
                <a:ea typeface="Meiryo UI" panose="020B0604030504040204" pitchFamily="50" charset="-128"/>
                <a:cs typeface="Meiryo UI" panose="020B0604030504040204" pitchFamily="50" charset="-128"/>
              </a:rPr>
              <a:t>Click Tasks icon from left side navigation bar</a:t>
            </a:r>
          </a:p>
        </p:txBody>
      </p:sp>
      <p:sp>
        <p:nvSpPr>
          <p:cNvPr id="15" name="Speech Bubble: Rectangle 14">
            <a:extLst>
              <a:ext uri="{FF2B5EF4-FFF2-40B4-BE49-F238E27FC236}">
                <a16:creationId xmlns:a16="http://schemas.microsoft.com/office/drawing/2014/main" id="{6A38819E-0228-FF69-1D28-354B8E0E695C}"/>
              </a:ext>
            </a:extLst>
          </p:cNvPr>
          <p:cNvSpPr/>
          <p:nvPr/>
        </p:nvSpPr>
        <p:spPr bwMode="auto">
          <a:xfrm>
            <a:off x="1839794" y="2444534"/>
            <a:ext cx="1451572" cy="372626"/>
          </a:xfrm>
          <a:prstGeom prst="wedgeRectCallout">
            <a:avLst>
              <a:gd name="adj1" fmla="val -30244"/>
              <a:gd name="adj2" fmla="val -155227"/>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spcAft>
                <a:spcPts val="0"/>
              </a:spcAft>
            </a:pPr>
            <a:r>
              <a:rPr lang="ja-JP" altLang="en-US" sz="1000" kern="100" dirty="0">
                <a:latin typeface="Meiryo UI" panose="020B0604030504040204" pitchFamily="50" charset="-128"/>
                <a:ea typeface="Meiryo UI" panose="020B0604030504040204" pitchFamily="50" charset="-128"/>
                <a:cs typeface="Meiryo UI" panose="020B0604030504040204" pitchFamily="50" charset="-128"/>
              </a:rPr>
              <a:t>② </a:t>
            </a:r>
            <a:r>
              <a:rPr lang="en-US" altLang="ja-JP" sz="1000" kern="100" dirty="0">
                <a:latin typeface="Meiryo UI" panose="020B0604030504040204" pitchFamily="50" charset="-128"/>
                <a:ea typeface="Meiryo UI" panose="020B0604030504040204" pitchFamily="50" charset="-128"/>
                <a:cs typeface="Meiryo UI" panose="020B0604030504040204" pitchFamily="50" charset="-128"/>
              </a:rPr>
              <a:t>Select target Tasks</a:t>
            </a:r>
          </a:p>
        </p:txBody>
      </p:sp>
      <p:sp>
        <p:nvSpPr>
          <p:cNvPr id="16" name="角丸四角形 26">
            <a:extLst>
              <a:ext uri="{FF2B5EF4-FFF2-40B4-BE49-F238E27FC236}">
                <a16:creationId xmlns:a16="http://schemas.microsoft.com/office/drawing/2014/main" id="{8FD498DC-7DAE-56E0-4007-E2DA439B6583}"/>
              </a:ext>
            </a:extLst>
          </p:cNvPr>
          <p:cNvSpPr/>
          <p:nvPr/>
        </p:nvSpPr>
        <p:spPr>
          <a:xfrm>
            <a:off x="182506" y="1511405"/>
            <a:ext cx="473746" cy="259368"/>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17" name="角丸四角形 26">
            <a:extLst>
              <a:ext uri="{FF2B5EF4-FFF2-40B4-BE49-F238E27FC236}">
                <a16:creationId xmlns:a16="http://schemas.microsoft.com/office/drawing/2014/main" id="{B3E48B32-C5B8-4C2C-D55C-93F9C73CD025}"/>
              </a:ext>
            </a:extLst>
          </p:cNvPr>
          <p:cNvSpPr/>
          <p:nvPr/>
        </p:nvSpPr>
        <p:spPr>
          <a:xfrm>
            <a:off x="1624536" y="1406006"/>
            <a:ext cx="1317497" cy="689458"/>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18" name="角丸四角形 26">
            <a:extLst>
              <a:ext uri="{FF2B5EF4-FFF2-40B4-BE49-F238E27FC236}">
                <a16:creationId xmlns:a16="http://schemas.microsoft.com/office/drawing/2014/main" id="{30DE75B2-A683-8802-8DF6-9D52EA79E05D}"/>
              </a:ext>
            </a:extLst>
          </p:cNvPr>
          <p:cNvSpPr/>
          <p:nvPr/>
        </p:nvSpPr>
        <p:spPr>
          <a:xfrm>
            <a:off x="3557791" y="4456539"/>
            <a:ext cx="2685252" cy="779603"/>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19" name="角丸四角形 26">
            <a:extLst>
              <a:ext uri="{FF2B5EF4-FFF2-40B4-BE49-F238E27FC236}">
                <a16:creationId xmlns:a16="http://schemas.microsoft.com/office/drawing/2014/main" id="{818C0027-F8AC-41F8-1EED-5B8BA0657EFB}"/>
              </a:ext>
            </a:extLst>
          </p:cNvPr>
          <p:cNvSpPr/>
          <p:nvPr/>
        </p:nvSpPr>
        <p:spPr>
          <a:xfrm>
            <a:off x="5232040" y="5483268"/>
            <a:ext cx="1111355" cy="268831"/>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20" name="Speech Bubble: Rectangle 19">
            <a:extLst>
              <a:ext uri="{FF2B5EF4-FFF2-40B4-BE49-F238E27FC236}">
                <a16:creationId xmlns:a16="http://schemas.microsoft.com/office/drawing/2014/main" id="{BEC6FA17-0D09-6B49-13D3-F481C69FF681}"/>
              </a:ext>
            </a:extLst>
          </p:cNvPr>
          <p:cNvSpPr/>
          <p:nvPr/>
        </p:nvSpPr>
        <p:spPr bwMode="auto">
          <a:xfrm>
            <a:off x="6343395" y="5999225"/>
            <a:ext cx="2347843" cy="268831"/>
          </a:xfrm>
          <a:prstGeom prst="wedgeRectCallout">
            <a:avLst>
              <a:gd name="adj1" fmla="val -57695"/>
              <a:gd name="adj2" fmla="val -151602"/>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ja-JP" altLang="en-US" sz="1000" dirty="0">
                <a:latin typeface="Meiryo UI" panose="020B0604030504040204" pitchFamily="50" charset="-128"/>
                <a:ea typeface="Meiryo UI" panose="020B0604030504040204" pitchFamily="50" charset="-128"/>
              </a:rPr>
              <a:t>④ </a:t>
            </a:r>
            <a:r>
              <a:rPr lang="en-US" altLang="ja-JP" sz="1000" dirty="0">
                <a:latin typeface="Meiryo UI" panose="020B0604030504040204" pitchFamily="50" charset="-128"/>
                <a:ea typeface="Meiryo UI" panose="020B0604030504040204" pitchFamily="50" charset="-128"/>
              </a:rPr>
              <a:t>Click [Submit] button</a:t>
            </a:r>
            <a:endParaRPr lang="en-US" altLang="ja-JP" sz="1000" kern="100" dirty="0">
              <a:latin typeface="Meiryo UI" panose="020B0604030504040204" pitchFamily="50" charset="-128"/>
              <a:ea typeface="Meiryo UI" panose="020B0604030504040204" pitchFamily="50" charset="-128"/>
              <a:cs typeface="Meiryo UI" panose="020B0604030504040204" pitchFamily="50" charset="-128"/>
            </a:endParaRPr>
          </a:p>
          <a:p>
            <a:pPr>
              <a:spcAft>
                <a:spcPts val="0"/>
              </a:spcAft>
            </a:pPr>
            <a:endParaRPr lang="en-US" altLang="ja-JP" sz="1000" kern="1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453887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A51552-2369-4B82-41F0-F91F0999E042}"/>
              </a:ext>
            </a:extLst>
          </p:cNvPr>
          <p:cNvSpPr txBox="1"/>
          <p:nvPr/>
        </p:nvSpPr>
        <p:spPr>
          <a:xfrm>
            <a:off x="137159" y="623310"/>
            <a:ext cx="11393905" cy="523220"/>
          </a:xfrm>
          <a:prstGeom prst="rect">
            <a:avLst/>
          </a:prstGeom>
          <a:noFill/>
        </p:spPr>
        <p:txBody>
          <a:bodyPr wrap="square">
            <a:spAutoFit/>
          </a:bodyPr>
          <a:lstStyle/>
          <a:p>
            <a:r>
              <a:rPr lang="en-US" altLang="ja-JP" sz="1400" b="1" dirty="0">
                <a:latin typeface="Meiryo UI" panose="020B0604030504040204" pitchFamily="50" charset="-128"/>
                <a:ea typeface="Meiryo UI" panose="020B0604030504040204" pitchFamily="50" charset="-128"/>
              </a:rPr>
              <a:t>Step 2:</a:t>
            </a:r>
            <a:r>
              <a:rPr lang="ja-JP" altLang="en-US" sz="1400" b="1"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After clicking [Submit]</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button,</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Recall</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notification mail will be sent to author. Recall action is completed.</a:t>
            </a:r>
          </a:p>
          <a:p>
            <a:r>
              <a:rPr lang="en-US" altLang="ja-JP" sz="1400" dirty="0">
                <a:latin typeface="Meiryo UI" panose="020B0604030504040204" pitchFamily="50" charset="-128"/>
                <a:ea typeface="Meiryo UI" panose="020B0604030504040204" pitchFamily="50" charset="-128"/>
              </a:rPr>
              <a:t>Approver can confirm document content again and continue to re-do Approve/Reject in Approval screen.</a:t>
            </a:r>
          </a:p>
        </p:txBody>
      </p:sp>
      <p:pic>
        <p:nvPicPr>
          <p:cNvPr id="5" name="Picture 4">
            <a:extLst>
              <a:ext uri="{FF2B5EF4-FFF2-40B4-BE49-F238E27FC236}">
                <a16:creationId xmlns:a16="http://schemas.microsoft.com/office/drawing/2014/main" id="{A7CA2357-6D9B-3ECF-F46F-DEB03340CA97}"/>
              </a:ext>
            </a:extLst>
          </p:cNvPr>
          <p:cNvPicPr>
            <a:picLocks noChangeAspect="1"/>
          </p:cNvPicPr>
          <p:nvPr/>
        </p:nvPicPr>
        <p:blipFill>
          <a:blip r:embed="rId2"/>
          <a:stretch>
            <a:fillRect/>
          </a:stretch>
        </p:blipFill>
        <p:spPr>
          <a:xfrm>
            <a:off x="346509" y="1526403"/>
            <a:ext cx="7652435" cy="3967165"/>
          </a:xfrm>
          <a:prstGeom prst="rect">
            <a:avLst/>
          </a:prstGeom>
        </p:spPr>
      </p:pic>
      <p:sp>
        <p:nvSpPr>
          <p:cNvPr id="6" name="Speech Bubble: Rectangle 5">
            <a:extLst>
              <a:ext uri="{FF2B5EF4-FFF2-40B4-BE49-F238E27FC236}">
                <a16:creationId xmlns:a16="http://schemas.microsoft.com/office/drawing/2014/main" id="{CD244C29-457A-FF70-CE73-6F0D737C779D}"/>
              </a:ext>
            </a:extLst>
          </p:cNvPr>
          <p:cNvSpPr/>
          <p:nvPr/>
        </p:nvSpPr>
        <p:spPr bwMode="auto">
          <a:xfrm>
            <a:off x="3527833" y="2280905"/>
            <a:ext cx="1708310" cy="577798"/>
          </a:xfrm>
          <a:prstGeom prst="wedgeRectCallout">
            <a:avLst>
              <a:gd name="adj1" fmla="val -37569"/>
              <a:gd name="adj2" fmla="val -126908"/>
            </a:avLst>
          </a:prstGeom>
          <a:solidFill>
            <a:srgbClr val="FFFF99"/>
          </a:solidFill>
          <a:ln w="12700" cap="flat" cmpd="sng" algn="ctr">
            <a:solidFill>
              <a:schemeClr val="accent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en-US" altLang="ja-JP" sz="1000" dirty="0">
                <a:latin typeface="Meiryo UI" panose="020B0604030504040204" pitchFamily="50" charset="-128"/>
                <a:ea typeface="Meiryo UI" panose="020B0604030504040204" pitchFamily="50" charset="-128"/>
              </a:rPr>
              <a:t>Sample of Recall notification mail sent to author</a:t>
            </a:r>
            <a:endParaRPr lang="ja-JP" altLang="en-US" sz="1000" dirty="0">
              <a:latin typeface="Meiryo UI" panose="020B0604030504040204" pitchFamily="50" charset="-128"/>
              <a:ea typeface="Meiryo UI" panose="020B0604030504040204" pitchFamily="50" charset="-128"/>
            </a:endParaRPr>
          </a:p>
          <a:p>
            <a:pPr>
              <a:spcAft>
                <a:spcPts val="0"/>
              </a:spcAft>
            </a:pPr>
            <a:endParaRPr lang="en-US" altLang="ja-JP" sz="1000" kern="1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TextBox 8">
            <a:extLst>
              <a:ext uri="{FF2B5EF4-FFF2-40B4-BE49-F238E27FC236}">
                <a16:creationId xmlns:a16="http://schemas.microsoft.com/office/drawing/2014/main" id="{23BA0F51-F59A-1344-452E-B0C4DCD1002E}"/>
              </a:ext>
            </a:extLst>
          </p:cNvPr>
          <p:cNvSpPr txBox="1"/>
          <p:nvPr/>
        </p:nvSpPr>
        <p:spPr>
          <a:xfrm>
            <a:off x="0" y="30707"/>
            <a:ext cx="6105524" cy="369332"/>
          </a:xfrm>
          <a:prstGeom prst="rect">
            <a:avLst/>
          </a:prstGeom>
          <a:noFill/>
        </p:spPr>
        <p:txBody>
          <a:bodyPr wrap="square">
            <a:spAutoFit/>
          </a:bodyPr>
          <a:lstStyle/>
          <a:p>
            <a:r>
              <a:rPr lang="en-US" altLang="ja-JP" sz="1800" kern="0" dirty="0">
                <a:solidFill>
                  <a:srgbClr val="000008"/>
                </a:solidFill>
                <a:latin typeface="Meiryo UI" panose="020B0604030504040204" pitchFamily="50" charset="-128"/>
                <a:ea typeface="Meiryo UI" panose="020B0604030504040204" pitchFamily="50" charset="-128"/>
                <a:cs typeface="Meiryo UI" panose="020B0604030504040204" pitchFamily="50" charset="-128"/>
              </a:rPr>
              <a:t>2-4. Recall Approval by Approver</a:t>
            </a:r>
            <a:endParaRPr lang="en-IN" dirty="0"/>
          </a:p>
        </p:txBody>
      </p:sp>
    </p:spTree>
    <p:extLst>
      <p:ext uri="{BB962C8B-B14F-4D97-AF65-F5344CB8AC3E}">
        <p14:creationId xmlns:p14="http://schemas.microsoft.com/office/powerpoint/2010/main" val="1672945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916CBB-3B36-60E3-9B9C-97FA9978C754}"/>
              </a:ext>
            </a:extLst>
          </p:cNvPr>
          <p:cNvSpPr txBox="1"/>
          <p:nvPr/>
        </p:nvSpPr>
        <p:spPr>
          <a:xfrm>
            <a:off x="-8111" y="63580"/>
            <a:ext cx="7194884" cy="400110"/>
          </a:xfrm>
          <a:prstGeom prst="rect">
            <a:avLst/>
          </a:prstGeom>
          <a:noFill/>
        </p:spPr>
        <p:txBody>
          <a:bodyPr wrap="square">
            <a:spAutoFit/>
          </a:bodyPr>
          <a:lstStyle/>
          <a:p>
            <a:r>
              <a:rPr kumimoji="1" lang="en-US" altLang="ja-JP" dirty="0"/>
              <a:t>2-5. Attachment edit/Replace in progress document</a:t>
            </a:r>
            <a:endParaRPr lang="en-IN" dirty="0"/>
          </a:p>
        </p:txBody>
      </p:sp>
      <p:sp>
        <p:nvSpPr>
          <p:cNvPr id="3" name="TextBox 2">
            <a:extLst>
              <a:ext uri="{FF2B5EF4-FFF2-40B4-BE49-F238E27FC236}">
                <a16:creationId xmlns:a16="http://schemas.microsoft.com/office/drawing/2014/main" id="{0AB06935-2859-7734-3FCF-47D8B516AC12}"/>
              </a:ext>
            </a:extLst>
          </p:cNvPr>
          <p:cNvSpPr txBox="1"/>
          <p:nvPr/>
        </p:nvSpPr>
        <p:spPr>
          <a:xfrm>
            <a:off x="0" y="607452"/>
            <a:ext cx="14373546" cy="954107"/>
          </a:xfrm>
          <a:prstGeom prst="rect">
            <a:avLst/>
          </a:prstGeom>
          <a:noFill/>
        </p:spPr>
        <p:txBody>
          <a:bodyPr wrap="square">
            <a:spAutoFit/>
          </a:bodyPr>
          <a:lstStyle/>
          <a:p>
            <a:r>
              <a:rPr lang="en-US" altLang="ja-JP" sz="1400" dirty="0">
                <a:latin typeface="Meiryo UI" panose="020B0604030504040204" pitchFamily="50" charset="-128"/>
                <a:ea typeface="Meiryo UI" panose="020B0604030504040204" pitchFamily="50" charset="-128"/>
              </a:rPr>
              <a:t>※ </a:t>
            </a:r>
            <a:r>
              <a:rPr lang="en-US" altLang="ja-JP" sz="1400" b="1" dirty="0">
                <a:latin typeface="Meiryo UI" panose="020B0604030504040204" pitchFamily="50" charset="-128"/>
                <a:ea typeface="Meiryo UI" panose="020B0604030504040204" pitchFamily="50" charset="-128"/>
              </a:rPr>
              <a:t>If the Author wants to edit or replace the document while the status is </a:t>
            </a:r>
            <a:r>
              <a:rPr lang="en-US" altLang="ja-JP" sz="1400" b="1" dirty="0" err="1">
                <a:latin typeface="Meiryo UI" panose="020B0604030504040204" pitchFamily="50" charset="-128"/>
                <a:ea typeface="Meiryo UI" panose="020B0604030504040204" pitchFamily="50" charset="-128"/>
              </a:rPr>
              <a:t>inProgress</a:t>
            </a:r>
            <a:br>
              <a:rPr lang="en-US" altLang="ja-JP" sz="1400" b="1"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en-US" altLang="ja-JP" sz="1400" b="1" dirty="0">
                <a:latin typeface="Meiryo UI" panose="020B0604030504040204" pitchFamily="50" charset="-128"/>
                <a:ea typeface="Meiryo UI" panose="020B0604030504040204" pitchFamily="50" charset="-128"/>
              </a:rPr>
              <a:t>The Author has to  abandon the workflow to proceed with the changes (edit/replace)</a:t>
            </a:r>
            <a:br>
              <a:rPr lang="en-US" altLang="ja-JP" sz="1400" b="1" dirty="0">
                <a:latin typeface="Meiryo UI" panose="020B0604030504040204" pitchFamily="50" charset="-128"/>
                <a:ea typeface="Meiryo UI" panose="020B0604030504040204" pitchFamily="50" charset="-128"/>
              </a:rPr>
            </a:br>
            <a:r>
              <a:rPr lang="en-US" altLang="ja-JP" sz="1400" b="1" dirty="0">
                <a:latin typeface="Meiryo UI" panose="020B0604030504040204" pitchFamily="50" charset="-128"/>
                <a:ea typeface="Meiryo UI" panose="020B0604030504040204" pitchFamily="50" charset="-128"/>
              </a:rPr>
              <a:t>and then restart the workflow.</a:t>
            </a:r>
            <a:br>
              <a:rPr lang="en-US" altLang="ja-JP" sz="1400" b="1"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en-US" altLang="ja-JP" sz="1400" b="1" dirty="0">
                <a:latin typeface="Meiryo UI" panose="020B0604030504040204" pitchFamily="50" charset="-128"/>
                <a:ea typeface="Meiryo UI" panose="020B0604030504040204" pitchFamily="50" charset="-128"/>
              </a:rPr>
              <a:t>By default , Current approver can edit/replace the workflow.</a:t>
            </a:r>
            <a:endParaRPr lang="ja-JP" altLang="en-US" sz="1400" dirty="0"/>
          </a:p>
        </p:txBody>
      </p:sp>
    </p:spTree>
    <p:extLst>
      <p:ext uri="{BB962C8B-B14F-4D97-AF65-F5344CB8AC3E}">
        <p14:creationId xmlns:p14="http://schemas.microsoft.com/office/powerpoint/2010/main" val="6739380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68B641-51A2-36B2-1327-2650B951B0C8}"/>
              </a:ext>
            </a:extLst>
          </p:cNvPr>
          <p:cNvSpPr txBox="1"/>
          <p:nvPr/>
        </p:nvSpPr>
        <p:spPr>
          <a:xfrm>
            <a:off x="2719388" y="2729984"/>
            <a:ext cx="6105524" cy="369332"/>
          </a:xfrm>
          <a:prstGeom prst="rect">
            <a:avLst/>
          </a:prstGeom>
          <a:noFill/>
        </p:spPr>
        <p:txBody>
          <a:bodyPr wrap="square">
            <a:spAutoFit/>
          </a:bodyPr>
          <a:lstStyle/>
          <a:p>
            <a:pPr algn="ctr"/>
            <a:r>
              <a:rPr lang="en-US" altLang="ja-JP" sz="1800" b="1" dirty="0">
                <a:latin typeface="Meiryo UI" panose="020B0604030504040204" pitchFamily="50" charset="-128"/>
                <a:ea typeface="Meiryo UI" panose="020B0604030504040204" pitchFamily="50" charset="-128"/>
              </a:rPr>
              <a:t>Approval Workflow History</a:t>
            </a:r>
            <a:endParaRPr lang="ja-JP" altLang="en-US" sz="1800" b="1" dirty="0"/>
          </a:p>
        </p:txBody>
      </p:sp>
    </p:spTree>
    <p:extLst>
      <p:ext uri="{BB962C8B-B14F-4D97-AF65-F5344CB8AC3E}">
        <p14:creationId xmlns:p14="http://schemas.microsoft.com/office/powerpoint/2010/main" val="500025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75541B-CC4B-A34A-D9C2-F60773F8D852}"/>
              </a:ext>
            </a:extLst>
          </p:cNvPr>
          <p:cNvSpPr txBox="1"/>
          <p:nvPr/>
        </p:nvSpPr>
        <p:spPr>
          <a:xfrm>
            <a:off x="89034" y="575183"/>
            <a:ext cx="11692288" cy="523220"/>
          </a:xfrm>
          <a:prstGeom prst="rect">
            <a:avLst/>
          </a:prstGeom>
          <a:noFill/>
        </p:spPr>
        <p:txBody>
          <a:bodyPr wrap="square">
            <a:spAutoFit/>
          </a:bodyPr>
          <a:lstStyle/>
          <a:p>
            <a:r>
              <a:rPr lang="en-US" altLang="ja-JP" sz="1400" dirty="0">
                <a:latin typeface="Meiryo UI" panose="020B0604030504040204" pitchFamily="50" charset="-128"/>
                <a:ea typeface="Meiryo UI" panose="020B0604030504040204" pitchFamily="50" charset="-128"/>
              </a:rPr>
              <a:t>If you want to confirm Approval workflow history, please select [Workflow tasks] tab in detail screen of document as below.</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All workflow actions such as Approval request, Approve/Reject, Cancel, Recall, </a:t>
            </a:r>
            <a:r>
              <a:rPr lang="en-US" altLang="ja-JP" sz="1400" dirty="0" err="1">
                <a:latin typeface="Meiryo UI" panose="020B0604030504040204" pitchFamily="50" charset="-128"/>
                <a:ea typeface="Meiryo UI" panose="020B0604030504040204" pitchFamily="50" charset="-128"/>
              </a:rPr>
              <a:t>etc</a:t>
            </a:r>
            <a:r>
              <a:rPr lang="en-US" altLang="ja-JP" sz="1400" dirty="0">
                <a:latin typeface="Meiryo UI" panose="020B0604030504040204" pitchFamily="50" charset="-128"/>
                <a:ea typeface="Meiryo UI" panose="020B0604030504040204" pitchFamily="50" charset="-128"/>
              </a:rPr>
              <a:t>) are listed here.</a:t>
            </a:r>
            <a:endParaRPr lang="ja-JP" altLang="en-US" sz="1400" dirty="0">
              <a:latin typeface="Meiryo UI" panose="020B0604030504040204" pitchFamily="50" charset="-128"/>
              <a:ea typeface="Meiryo UI" panose="020B0604030504040204" pitchFamily="50" charset="-128"/>
            </a:endParaRPr>
          </a:p>
        </p:txBody>
      </p:sp>
      <p:pic>
        <p:nvPicPr>
          <p:cNvPr id="5" name="Picture 4">
            <a:extLst>
              <a:ext uri="{FF2B5EF4-FFF2-40B4-BE49-F238E27FC236}">
                <a16:creationId xmlns:a16="http://schemas.microsoft.com/office/drawing/2014/main" id="{F6CF2F67-08DD-85C4-C488-2735F33D3D82}"/>
              </a:ext>
            </a:extLst>
          </p:cNvPr>
          <p:cNvPicPr>
            <a:picLocks noChangeAspect="1"/>
          </p:cNvPicPr>
          <p:nvPr/>
        </p:nvPicPr>
        <p:blipFill>
          <a:blip r:embed="rId2"/>
          <a:stretch>
            <a:fillRect/>
          </a:stretch>
        </p:blipFill>
        <p:spPr>
          <a:xfrm>
            <a:off x="410678" y="1098403"/>
            <a:ext cx="8386813" cy="2768630"/>
          </a:xfrm>
          <a:prstGeom prst="rect">
            <a:avLst/>
          </a:prstGeom>
        </p:spPr>
      </p:pic>
      <p:sp>
        <p:nvSpPr>
          <p:cNvPr id="6" name="角丸四角形 26">
            <a:extLst>
              <a:ext uri="{FF2B5EF4-FFF2-40B4-BE49-F238E27FC236}">
                <a16:creationId xmlns:a16="http://schemas.microsoft.com/office/drawing/2014/main" id="{1DDB837B-EEF8-F4D3-6B5D-9F28026244B7}"/>
              </a:ext>
            </a:extLst>
          </p:cNvPr>
          <p:cNvSpPr/>
          <p:nvPr/>
        </p:nvSpPr>
        <p:spPr>
          <a:xfrm>
            <a:off x="410678" y="2213812"/>
            <a:ext cx="8386813" cy="1653221"/>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
        <p:nvSpPr>
          <p:cNvPr id="7" name="テキスト ボックス 13">
            <a:extLst>
              <a:ext uri="{FF2B5EF4-FFF2-40B4-BE49-F238E27FC236}">
                <a16:creationId xmlns:a16="http://schemas.microsoft.com/office/drawing/2014/main" id="{A8D0958A-4EA8-052C-44E9-15133909D606}"/>
              </a:ext>
            </a:extLst>
          </p:cNvPr>
          <p:cNvSpPr txBox="1"/>
          <p:nvPr/>
        </p:nvSpPr>
        <p:spPr>
          <a:xfrm>
            <a:off x="380932" y="2252580"/>
            <a:ext cx="323323" cy="264931"/>
          </a:xfrm>
          <a:prstGeom prst="rect">
            <a:avLst/>
          </a:prstGeom>
          <a:noFill/>
        </p:spPr>
        <p:txBody>
          <a:bodyPr wrap="square" rtlCol="0">
            <a:spAutoFit/>
          </a:bodyPr>
          <a:lstStyle/>
          <a:p>
            <a:r>
              <a:rPr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①</a:t>
            </a:r>
            <a:endPar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テキスト ボックス 14">
            <a:extLst>
              <a:ext uri="{FF2B5EF4-FFF2-40B4-BE49-F238E27FC236}">
                <a16:creationId xmlns:a16="http://schemas.microsoft.com/office/drawing/2014/main" id="{82A34C02-86F3-C911-9222-B09F121A11D5}"/>
              </a:ext>
            </a:extLst>
          </p:cNvPr>
          <p:cNvSpPr txBox="1"/>
          <p:nvPr/>
        </p:nvSpPr>
        <p:spPr>
          <a:xfrm>
            <a:off x="1404928" y="2213812"/>
            <a:ext cx="323323" cy="264931"/>
          </a:xfrm>
          <a:prstGeom prst="rect">
            <a:avLst/>
          </a:prstGeom>
          <a:noFill/>
        </p:spPr>
        <p:txBody>
          <a:bodyPr wrap="square" rtlCol="0">
            <a:spAutoFit/>
          </a:bodyPr>
          <a:lstStyle/>
          <a:p>
            <a:r>
              <a:rPr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②</a:t>
            </a:r>
            <a:endPar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テキスト ボックス 15">
            <a:extLst>
              <a:ext uri="{FF2B5EF4-FFF2-40B4-BE49-F238E27FC236}">
                <a16:creationId xmlns:a16="http://schemas.microsoft.com/office/drawing/2014/main" id="{7C1DDA0A-4EDF-0D3F-D8A7-7C6EC4A186D0}"/>
              </a:ext>
            </a:extLst>
          </p:cNvPr>
          <p:cNvSpPr txBox="1"/>
          <p:nvPr/>
        </p:nvSpPr>
        <p:spPr>
          <a:xfrm>
            <a:off x="2428924" y="2185185"/>
            <a:ext cx="323323" cy="264931"/>
          </a:xfrm>
          <a:prstGeom prst="rect">
            <a:avLst/>
          </a:prstGeom>
          <a:noFill/>
        </p:spPr>
        <p:txBody>
          <a:bodyPr wrap="square" rtlCol="0">
            <a:spAutoFit/>
          </a:bodyPr>
          <a:lstStyle/>
          <a:p>
            <a:r>
              <a:rPr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③</a:t>
            </a:r>
            <a:endPar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テキスト ボックス 16">
            <a:extLst>
              <a:ext uri="{FF2B5EF4-FFF2-40B4-BE49-F238E27FC236}">
                <a16:creationId xmlns:a16="http://schemas.microsoft.com/office/drawing/2014/main" id="{C3387982-1F44-7C26-A5FE-74C192B3E064}"/>
              </a:ext>
            </a:extLst>
          </p:cNvPr>
          <p:cNvSpPr txBox="1"/>
          <p:nvPr/>
        </p:nvSpPr>
        <p:spPr>
          <a:xfrm>
            <a:off x="3484852" y="2252579"/>
            <a:ext cx="323323" cy="264931"/>
          </a:xfrm>
          <a:prstGeom prst="rect">
            <a:avLst/>
          </a:prstGeom>
          <a:noFill/>
        </p:spPr>
        <p:txBody>
          <a:bodyPr wrap="square" rtlCol="0">
            <a:spAutoFit/>
          </a:bodyPr>
          <a:lstStyle/>
          <a:p>
            <a:r>
              <a:rPr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④</a:t>
            </a:r>
            <a:endPar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テキスト ボックス 17">
            <a:extLst>
              <a:ext uri="{FF2B5EF4-FFF2-40B4-BE49-F238E27FC236}">
                <a16:creationId xmlns:a16="http://schemas.microsoft.com/office/drawing/2014/main" id="{1D5E8E0E-1447-C363-61C4-0391FB307BD9}"/>
              </a:ext>
            </a:extLst>
          </p:cNvPr>
          <p:cNvSpPr txBox="1"/>
          <p:nvPr/>
        </p:nvSpPr>
        <p:spPr>
          <a:xfrm>
            <a:off x="4457032" y="2213812"/>
            <a:ext cx="323323" cy="264931"/>
          </a:xfrm>
          <a:prstGeom prst="rect">
            <a:avLst/>
          </a:prstGeom>
          <a:noFill/>
        </p:spPr>
        <p:txBody>
          <a:bodyPr wrap="square" rtlCol="0">
            <a:spAutoFit/>
          </a:bodyPr>
          <a:lstStyle/>
          <a:p>
            <a:r>
              <a:rPr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⑤</a:t>
            </a:r>
            <a:endPar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テキスト ボックス 18">
            <a:extLst>
              <a:ext uri="{FF2B5EF4-FFF2-40B4-BE49-F238E27FC236}">
                <a16:creationId xmlns:a16="http://schemas.microsoft.com/office/drawing/2014/main" id="{52738598-86F9-9CC6-8D06-54BEA47271D0}"/>
              </a:ext>
            </a:extLst>
          </p:cNvPr>
          <p:cNvSpPr txBox="1"/>
          <p:nvPr/>
        </p:nvSpPr>
        <p:spPr>
          <a:xfrm>
            <a:off x="5523660" y="2185184"/>
            <a:ext cx="323323" cy="264931"/>
          </a:xfrm>
          <a:prstGeom prst="rect">
            <a:avLst/>
          </a:prstGeom>
          <a:noFill/>
        </p:spPr>
        <p:txBody>
          <a:bodyPr wrap="square" rtlCol="0">
            <a:spAutoFit/>
          </a:bodyPr>
          <a:lstStyle/>
          <a:p>
            <a:r>
              <a:rPr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⑥</a:t>
            </a:r>
            <a:endPar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テキスト ボックス 19">
            <a:extLst>
              <a:ext uri="{FF2B5EF4-FFF2-40B4-BE49-F238E27FC236}">
                <a16:creationId xmlns:a16="http://schemas.microsoft.com/office/drawing/2014/main" id="{30F0851F-43B5-28B6-6D7F-E0D8E13D748E}"/>
              </a:ext>
            </a:extLst>
          </p:cNvPr>
          <p:cNvSpPr txBox="1"/>
          <p:nvPr/>
        </p:nvSpPr>
        <p:spPr>
          <a:xfrm>
            <a:off x="6616172" y="2213812"/>
            <a:ext cx="323323" cy="264931"/>
          </a:xfrm>
          <a:prstGeom prst="rect">
            <a:avLst/>
          </a:prstGeom>
          <a:noFill/>
        </p:spPr>
        <p:txBody>
          <a:bodyPr wrap="square" rtlCol="0">
            <a:spAutoFit/>
          </a:bodyPr>
          <a:lstStyle/>
          <a:p>
            <a:r>
              <a:rPr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⑦</a:t>
            </a:r>
            <a:endPar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20">
            <a:extLst>
              <a:ext uri="{FF2B5EF4-FFF2-40B4-BE49-F238E27FC236}">
                <a16:creationId xmlns:a16="http://schemas.microsoft.com/office/drawing/2014/main" id="{92562B20-300A-439B-DCEB-33473C35C6DD}"/>
              </a:ext>
            </a:extLst>
          </p:cNvPr>
          <p:cNvSpPr txBox="1"/>
          <p:nvPr/>
        </p:nvSpPr>
        <p:spPr>
          <a:xfrm>
            <a:off x="7561616" y="2213811"/>
            <a:ext cx="323323" cy="264931"/>
          </a:xfrm>
          <a:prstGeom prst="rect">
            <a:avLst/>
          </a:prstGeom>
          <a:noFill/>
        </p:spPr>
        <p:txBody>
          <a:bodyPr wrap="square" rtlCol="0">
            <a:spAutoFit/>
          </a:bodyPr>
          <a:lstStyle/>
          <a:p>
            <a:r>
              <a:rPr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⑧</a:t>
            </a:r>
            <a:endParaRPr kumimoji="1" lang="ja-JP" altLang="en-US" sz="12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テキスト ボックス 21">
            <a:extLst>
              <a:ext uri="{FF2B5EF4-FFF2-40B4-BE49-F238E27FC236}">
                <a16:creationId xmlns:a16="http://schemas.microsoft.com/office/drawing/2014/main" id="{8A357F33-EABA-1B3C-B5CC-77BE9F547F79}"/>
              </a:ext>
            </a:extLst>
          </p:cNvPr>
          <p:cNvSpPr txBox="1"/>
          <p:nvPr/>
        </p:nvSpPr>
        <p:spPr>
          <a:xfrm>
            <a:off x="8965581" y="1215113"/>
            <a:ext cx="3118787" cy="5314983"/>
          </a:xfrm>
          <a:prstGeom prst="rect">
            <a:avLst/>
          </a:prstGeom>
        </p:spPr>
        <p:txBody>
          <a:bodyPr vert="horz" lIns="91440" tIns="45720" rIns="91440" bIns="45720" rtlCol="0" anchor="t">
            <a:noAutofit/>
          </a:bodyPr>
          <a:lstStyle>
            <a:defPPr>
              <a:defRPr lang="ja-JP"/>
            </a:defPPr>
            <a:lvl1pPr>
              <a:lnSpc>
                <a:spcPct val="150000"/>
              </a:lnSpc>
              <a:spcBef>
                <a:spcPct val="0"/>
              </a:spcBef>
              <a:buNone/>
              <a:defRPr sz="1200">
                <a:latin typeface="Meiryo UI" panose="020B0604030504040204" pitchFamily="50" charset="-128"/>
                <a:ea typeface="Meiryo UI" panose="020B0604030504040204" pitchFamily="50" charset="-128"/>
                <a:cs typeface="+mj-cs"/>
              </a:defRPr>
            </a:lvl1pPr>
          </a:lstStyle>
          <a:p>
            <a:r>
              <a:rPr lang="ja-JP" altLang="en-US" sz="1100" b="1" dirty="0"/>
              <a:t>①</a:t>
            </a:r>
            <a:r>
              <a:rPr lang="en-US" altLang="ja-JP" sz="1100" b="1" dirty="0"/>
              <a:t>Process name</a:t>
            </a:r>
            <a:r>
              <a:rPr lang="ja-JP" altLang="en-US" sz="1100" b="1" dirty="0"/>
              <a:t>: </a:t>
            </a:r>
            <a:endParaRPr lang="en-US" altLang="ja-JP" sz="1100" b="1" dirty="0"/>
          </a:p>
          <a:p>
            <a:r>
              <a:rPr lang="en-US" altLang="ja-JP" sz="1100" dirty="0"/>
              <a:t>Show title of workflow</a:t>
            </a:r>
          </a:p>
          <a:p>
            <a:r>
              <a:rPr lang="ja-JP" altLang="en-US" sz="1100" b="1" dirty="0"/>
              <a:t>②</a:t>
            </a:r>
            <a:r>
              <a:rPr lang="en-US" altLang="ja-JP" sz="1100" b="1" dirty="0"/>
              <a:t>Task name</a:t>
            </a:r>
            <a:r>
              <a:rPr lang="ja-JP" altLang="en-US" sz="1100" b="1" dirty="0"/>
              <a:t>：</a:t>
            </a:r>
            <a:endParaRPr lang="en-US" altLang="ja-JP" sz="1100" b="1" dirty="0"/>
          </a:p>
          <a:p>
            <a:r>
              <a:rPr lang="en-US" altLang="ja-JP" sz="1100" dirty="0"/>
              <a:t>Task to be done during approval workflow</a:t>
            </a:r>
          </a:p>
          <a:p>
            <a:r>
              <a:rPr lang="ja-JP" altLang="en-US" sz="1100" b="1" dirty="0"/>
              <a:t>③</a:t>
            </a:r>
            <a:r>
              <a:rPr lang="en-US" altLang="ja-JP" sz="1100" b="1" dirty="0"/>
              <a:t>Participants</a:t>
            </a:r>
            <a:r>
              <a:rPr lang="ja-JP" altLang="en-US" sz="1100" b="1" dirty="0"/>
              <a:t>：</a:t>
            </a:r>
            <a:endParaRPr lang="en-US" altLang="ja-JP" sz="1100" b="1" dirty="0"/>
          </a:p>
          <a:p>
            <a:r>
              <a:rPr lang="en-US" altLang="ja-JP" sz="1100" dirty="0"/>
              <a:t>List requester/approvers of all stages in approval workflow</a:t>
            </a:r>
          </a:p>
          <a:p>
            <a:r>
              <a:rPr lang="ja-JP" altLang="en-US" sz="1100" b="1" dirty="0"/>
              <a:t>④</a:t>
            </a:r>
            <a:r>
              <a:rPr lang="en-US" altLang="ja-JP" sz="1100" b="1" dirty="0"/>
              <a:t>Delegated participants</a:t>
            </a:r>
            <a:r>
              <a:rPr lang="ja-JP" altLang="en-US" sz="1100" b="1" dirty="0"/>
              <a:t>：</a:t>
            </a:r>
            <a:endParaRPr lang="en-US" altLang="ja-JP" sz="1100" b="1" dirty="0"/>
          </a:p>
          <a:p>
            <a:r>
              <a:rPr lang="en-US" altLang="ja-JP" sz="1100" dirty="0"/>
              <a:t>Delegated person will be listed here. As default, it is empty.</a:t>
            </a:r>
          </a:p>
          <a:p>
            <a:r>
              <a:rPr lang="ja-JP" altLang="en-US" sz="1100" b="1" dirty="0"/>
              <a:t>⑤</a:t>
            </a:r>
            <a:r>
              <a:rPr lang="en-US" altLang="ja-JP" sz="1100" b="1" dirty="0"/>
              <a:t>Status</a:t>
            </a:r>
            <a:r>
              <a:rPr lang="ja-JP" altLang="en-US" sz="1100" b="1" dirty="0"/>
              <a:t>：</a:t>
            </a:r>
            <a:endParaRPr lang="en-US" altLang="ja-JP" sz="1100" b="1" dirty="0"/>
          </a:p>
          <a:p>
            <a:r>
              <a:rPr lang="en-US" altLang="ja-JP" sz="1100" dirty="0"/>
              <a:t>Display approval status</a:t>
            </a:r>
          </a:p>
          <a:p>
            <a:r>
              <a:rPr lang="ja-JP" altLang="en-US" sz="1100" b="1" dirty="0"/>
              <a:t>⑥</a:t>
            </a:r>
            <a:r>
              <a:rPr lang="en-US" altLang="ja-JP" sz="1100" b="1" dirty="0"/>
              <a:t>Decision</a:t>
            </a:r>
            <a:r>
              <a:rPr lang="ja-JP" altLang="en-US" sz="1100" b="1" dirty="0"/>
              <a:t>：</a:t>
            </a:r>
            <a:endParaRPr lang="en-US" altLang="ja-JP" sz="1100" b="1" dirty="0"/>
          </a:p>
          <a:p>
            <a:r>
              <a:rPr lang="en-US" altLang="ja-JP" sz="1100" dirty="0"/>
              <a:t>Display approver’s action: Approve/Reject</a:t>
            </a:r>
          </a:p>
          <a:p>
            <a:r>
              <a:rPr lang="ja-JP" altLang="en-US" sz="1100" b="1" dirty="0"/>
              <a:t>⑦</a:t>
            </a:r>
            <a:r>
              <a:rPr lang="en-US" altLang="ja-JP" sz="1100" b="1" dirty="0"/>
              <a:t>Comment</a:t>
            </a:r>
            <a:r>
              <a:rPr lang="ja-JP" altLang="en-US" sz="1100" b="1" dirty="0"/>
              <a:t>：</a:t>
            </a:r>
            <a:endParaRPr lang="en-US" altLang="ja-JP" sz="1100" b="1" dirty="0"/>
          </a:p>
          <a:p>
            <a:r>
              <a:rPr lang="en-US" altLang="ja-JP" sz="1100" dirty="0"/>
              <a:t>Display comment requester/approver input during workflow</a:t>
            </a:r>
          </a:p>
          <a:p>
            <a:r>
              <a:rPr lang="ja-JP" altLang="en-US" sz="1100" b="1" dirty="0"/>
              <a:t>⑧</a:t>
            </a:r>
            <a:r>
              <a:rPr lang="en-US" altLang="ja-JP" sz="1100" b="1" dirty="0"/>
              <a:t>Created</a:t>
            </a:r>
            <a:r>
              <a:rPr lang="ja-JP" altLang="en-US" sz="1100" b="1" dirty="0"/>
              <a:t>：</a:t>
            </a:r>
            <a:endParaRPr lang="en-US" altLang="ja-JP" sz="1100" b="1" dirty="0"/>
          </a:p>
          <a:p>
            <a:r>
              <a:rPr lang="en-US" altLang="ja-JP" sz="1100" dirty="0"/>
              <a:t>Date to perform task such as approval request/ approve/ reject…</a:t>
            </a:r>
          </a:p>
        </p:txBody>
      </p:sp>
      <p:sp>
        <p:nvSpPr>
          <p:cNvPr id="17" name="TextBox 16">
            <a:extLst>
              <a:ext uri="{FF2B5EF4-FFF2-40B4-BE49-F238E27FC236}">
                <a16:creationId xmlns:a16="http://schemas.microsoft.com/office/drawing/2014/main" id="{D8ADB598-ABDB-17A2-B1AC-F9F88016A55B}"/>
              </a:ext>
            </a:extLst>
          </p:cNvPr>
          <p:cNvSpPr txBox="1"/>
          <p:nvPr/>
        </p:nvSpPr>
        <p:spPr>
          <a:xfrm>
            <a:off x="0" y="89141"/>
            <a:ext cx="6107228" cy="369332"/>
          </a:xfrm>
          <a:prstGeom prst="rect">
            <a:avLst/>
          </a:prstGeom>
          <a:noFill/>
        </p:spPr>
        <p:txBody>
          <a:bodyPr wrap="square">
            <a:spAutoFit/>
          </a:bodyPr>
          <a:lstStyle/>
          <a:p>
            <a:r>
              <a:rPr kumimoji="1" lang="en-US" altLang="zh-TW" dirty="0"/>
              <a:t>3. Approval Workflow History</a:t>
            </a:r>
            <a:endParaRPr lang="en-IN" dirty="0"/>
          </a:p>
        </p:txBody>
      </p:sp>
      <p:sp>
        <p:nvSpPr>
          <p:cNvPr id="18" name="角丸四角形 26">
            <a:extLst>
              <a:ext uri="{FF2B5EF4-FFF2-40B4-BE49-F238E27FC236}">
                <a16:creationId xmlns:a16="http://schemas.microsoft.com/office/drawing/2014/main" id="{F3B776DD-8CFC-7D22-065A-0ABFF27BD579}"/>
              </a:ext>
            </a:extLst>
          </p:cNvPr>
          <p:cNvSpPr/>
          <p:nvPr/>
        </p:nvSpPr>
        <p:spPr>
          <a:xfrm>
            <a:off x="2066925" y="1390328"/>
            <a:ext cx="752475" cy="343222"/>
          </a:xfrm>
          <a:prstGeom prst="roundRect">
            <a:avLst>
              <a:gd name="adj" fmla="val 20425"/>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dirty="0"/>
          </a:p>
        </p:txBody>
      </p:sp>
    </p:spTree>
    <p:extLst>
      <p:ext uri="{BB962C8B-B14F-4D97-AF65-F5344CB8AC3E}">
        <p14:creationId xmlns:p14="http://schemas.microsoft.com/office/powerpoint/2010/main" val="16147158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5123714" y="3136612"/>
            <a:ext cx="1944571" cy="584775"/>
          </a:xfrm>
          <a:prstGeom prst="rect">
            <a:avLst/>
          </a:prstGeom>
          <a:noFill/>
        </p:spPr>
        <p:txBody>
          <a:bodyPr wrap="none" rtlCol="0">
            <a:spAutoFit/>
          </a:bodyPr>
          <a:lstStyle/>
          <a:p>
            <a:pPr algn="ctr"/>
            <a:r>
              <a:rPr kumimoji="1" lang="en-US" altLang="ja-JP" sz="3200" dirty="0">
                <a:latin typeface="Nissan Pro Regular" panose="02000503030000020003" pitchFamily="50" charset="0"/>
              </a:rPr>
              <a:t>Thank you</a:t>
            </a:r>
            <a:endParaRPr kumimoji="1" lang="ja-JP" altLang="en-US" sz="3200" dirty="0">
              <a:latin typeface="Nissan Pro Regular" panose="02000503030000020003" pitchFamily="50" charset="0"/>
            </a:endParaRPr>
          </a:p>
        </p:txBody>
      </p:sp>
    </p:spTree>
    <p:extLst>
      <p:ext uri="{BB962C8B-B14F-4D97-AF65-F5344CB8AC3E}">
        <p14:creationId xmlns:p14="http://schemas.microsoft.com/office/powerpoint/2010/main" val="4179461841"/>
      </p:ext>
    </p:extLst>
  </p:cSld>
  <p:clrMapOvr>
    <a:masterClrMapping/>
  </p:clrMapOvr>
</p:sld>
</file>

<file path=ppt/theme/theme1.xml><?xml version="1.0" encoding="utf-8"?>
<a:theme xmlns:a="http://schemas.openxmlformats.org/drawingml/2006/main" name="1. Cover Slide">
  <a:themeElements>
    <a:clrScheme name="Corporate Color">
      <a:dk1>
        <a:srgbClr val="000000"/>
      </a:dk1>
      <a:lt1>
        <a:srgbClr val="FFFFFF"/>
      </a:lt1>
      <a:dk2>
        <a:srgbClr val="003F66"/>
      </a:dk2>
      <a:lt2>
        <a:srgbClr val="5795BB"/>
      </a:lt2>
      <a:accent1>
        <a:srgbClr val="000000"/>
      </a:accent1>
      <a:accent2>
        <a:srgbClr val="003F66"/>
      </a:accent2>
      <a:accent3>
        <a:srgbClr val="5795BB"/>
      </a:accent3>
      <a:accent4>
        <a:srgbClr val="999999"/>
      </a:accent4>
      <a:accent5>
        <a:srgbClr val="666666"/>
      </a:accent5>
      <a:accent6>
        <a:srgbClr val="4C4C4C"/>
      </a:accent6>
      <a:hlink>
        <a:srgbClr val="0070C0"/>
      </a:hlink>
      <a:folHlink>
        <a:srgbClr val="7F7F7F"/>
      </a:folHlink>
    </a:clrScheme>
    <a:fontScheme name="Corporate Font">
      <a:majorFont>
        <a:latin typeface="Nissan Pro Regular"/>
        <a:ea typeface="メイリオ"/>
        <a:cs typeface=""/>
      </a:majorFont>
      <a:minorFont>
        <a:latin typeface="Nissan Pro Regular"/>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デザインの設定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デザインの設定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デザインの設定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デザインの設定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デザインの設定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デザインの設定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デザインの設定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デザインの設定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デザインの設定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デザインの設定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デザインの設定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デザインの設定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EDMS ED Registration GlobalISIT_PPT_16_9_S" id="{FFBE7B8E-42FB-4DED-A924-E1E4D6ECF83E}" vid="{E5B555C0-3238-4183-A432-B11EC8355A0E}"/>
    </a:ext>
  </a:extLst>
</a:theme>
</file>

<file path=ppt/theme/theme2.xml><?xml version="1.0" encoding="utf-8"?>
<a:theme xmlns:a="http://schemas.openxmlformats.org/drawingml/2006/main" name="2. Expec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orporate Font">
      <a:majorFont>
        <a:latin typeface="Nissan Pro Regular"/>
        <a:ea typeface="メイリオ"/>
        <a:cs typeface=""/>
      </a:majorFont>
      <a:minorFont>
        <a:latin typeface="Nissan Pro Regular"/>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MS ED Registration GlobalISIT_PPT_16_9_S" id="{FFBE7B8E-42FB-4DED-A924-E1E4D6ECF83E}" vid="{BE7DFC81-44D8-459F-B16E-AF521637912F}"/>
    </a:ext>
  </a:extLst>
</a:theme>
</file>

<file path=ppt/theme/theme3.xml><?xml version="1.0" encoding="utf-8"?>
<a:theme xmlns:a="http://schemas.openxmlformats.org/drawingml/2006/main" name="3. Blank Slide">
  <a:themeElements>
    <a:clrScheme name="Corporate Color">
      <a:dk1>
        <a:srgbClr val="000000"/>
      </a:dk1>
      <a:lt1>
        <a:srgbClr val="FFFFFF"/>
      </a:lt1>
      <a:dk2>
        <a:srgbClr val="003F66"/>
      </a:dk2>
      <a:lt2>
        <a:srgbClr val="5795BB"/>
      </a:lt2>
      <a:accent1>
        <a:srgbClr val="000000"/>
      </a:accent1>
      <a:accent2>
        <a:srgbClr val="003F66"/>
      </a:accent2>
      <a:accent3>
        <a:srgbClr val="5795BB"/>
      </a:accent3>
      <a:accent4>
        <a:srgbClr val="999999"/>
      </a:accent4>
      <a:accent5>
        <a:srgbClr val="666666"/>
      </a:accent5>
      <a:accent6>
        <a:srgbClr val="4C4C4C"/>
      </a:accent6>
      <a:hlink>
        <a:srgbClr val="0070C0"/>
      </a:hlink>
      <a:folHlink>
        <a:srgbClr val="7F7F7F"/>
      </a:folHlink>
    </a:clrScheme>
    <a:fontScheme name="Corporate Font">
      <a:majorFont>
        <a:latin typeface="Nissan Pro Regular"/>
        <a:ea typeface="メイリオ"/>
        <a:cs typeface=""/>
      </a:majorFont>
      <a:minorFont>
        <a:latin typeface="Nissan Pro Regular"/>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MS ED Registration GlobalISIT_PPT_16_9_S" id="{FFBE7B8E-42FB-4DED-A924-E1E4D6ECF83E}" vid="{9B4B5B8E-2B73-4FE7-BB64-90749C295B0B}"/>
    </a:ext>
  </a:ext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LongProperties xmlns="http://schemas.microsoft.com/office/2006/metadata/longProperties"/>
</file>

<file path=customXml/item2.xml><?xml version="1.0" encoding="utf-8"?>
<p:properties xmlns:p="http://schemas.microsoft.com/office/2006/metadata/properties" xmlns:xsi="http://www.w3.org/2001/XMLSchema-instance" xmlns:pc="http://schemas.microsoft.com/office/infopath/2007/PartnerControls">
  <documentManagement>
    <TaxCatchAll xmlns="ec38023c-351b-4ee8-a88e-8f6363b5466e">
      <Value>4</Value>
    </TaxCatchAll>
    <_ip_UnifiedCompliancePolicyUIAction xmlns="http://schemas.microsoft.com/sharepoint/v3" xsi:nil="true"/>
    <lcf76f155ced4ddcb4097134ff3c332f xmlns="452b68de-9366-4a6d-8b6e-45428c3cd271">
      <Terms xmlns="http://schemas.microsoft.com/office/infopath/2007/PartnerControls"/>
    </lcf76f155ced4ddcb4097134ff3c332f>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FD94448B71AFC4A8B1EBDDDC854B0DE" ma:contentTypeVersion="16" ma:contentTypeDescription="新しいドキュメントを作成します。" ma:contentTypeScope="" ma:versionID="ebda6bb7a9766a19165573f96521afa2">
  <xsd:schema xmlns:xsd="http://www.w3.org/2001/XMLSchema" xmlns:xs="http://www.w3.org/2001/XMLSchema" xmlns:p="http://schemas.microsoft.com/office/2006/metadata/properties" xmlns:ns1="http://schemas.microsoft.com/sharepoint/v3" xmlns:ns2="452b68de-9366-4a6d-8b6e-45428c3cd271" xmlns:ns3="ec38023c-351b-4ee8-a88e-8f6363b5466e" targetNamespace="http://schemas.microsoft.com/office/2006/metadata/properties" ma:root="true" ma:fieldsID="7fa6882473ca470321a00f2a5b04302e" ns1:_="" ns2:_="" ns3:_="">
    <xsd:import namespace="http://schemas.microsoft.com/sharepoint/v3"/>
    <xsd:import namespace="452b68de-9366-4a6d-8b6e-45428c3cd271"/>
    <xsd:import namespace="ec38023c-351b-4ee8-a88e-8f6363b5466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MediaServiceDateTaken"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統合コンプライアンス ポリシーのプロパティ" ma:hidden="true" ma:internalName="_ip_UnifiedCompliancePolicyProperties">
      <xsd:simpleType>
        <xsd:restriction base="dms:Note"/>
      </xsd:simpleType>
    </xsd:element>
    <xsd:element name="_ip_UnifiedCompliancePolicyUIAction" ma:index="19" nillable="true" ma:displayName="統合コンプライアンス ポリシーの UI アクション"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2b68de-9366-4a6d-8b6e-45428c3cd2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4e993f94-6c0e-4a87-8957-b0e4ba0de1a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38023c-351b-4ee8-a88e-8f6363b5466e"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TaxCatchAll" ma:index="14" nillable="true" ma:displayName="Taxonomy Catch All Column" ma:hidden="true" ma:list="{50f2b330-1e26-4f81-b56a-fa51a7a3ebf6}" ma:internalName="TaxCatchAll" ma:showField="CatchAllData" ma:web="ec38023c-351b-4ee8-a88e-8f6363b546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F7788A-C23C-465D-8064-A50C91A5D78E}">
  <ds:schemaRefs>
    <ds:schemaRef ds:uri="http://schemas.microsoft.com/office/2006/metadata/longProperties"/>
  </ds:schemaRefs>
</ds:datastoreItem>
</file>

<file path=customXml/itemProps2.xml><?xml version="1.0" encoding="utf-8"?>
<ds:datastoreItem xmlns:ds="http://schemas.openxmlformats.org/officeDocument/2006/customXml" ds:itemID="{CEDDF703-E9F5-456C-BB9E-9A3971734E17}">
  <ds:schemaRefs>
    <ds:schemaRef ds:uri="http://schemas.microsoft.com/office/2006/metadata/properties"/>
    <ds:schemaRef ds:uri="http://schemas.microsoft.com/office/infopath/2007/PartnerControls"/>
    <ds:schemaRef ds:uri="http://schemas.microsoft.com/sharepoint/v3"/>
    <ds:schemaRef ds:uri="152c0564-0d49-45bb-8ba5-6417696b9a04"/>
    <ds:schemaRef ds:uri="ec38023c-351b-4ee8-a88e-8f6363b5466e"/>
    <ds:schemaRef ds:uri="452b68de-9366-4a6d-8b6e-45428c3cd271"/>
  </ds:schemaRefs>
</ds:datastoreItem>
</file>

<file path=customXml/itemProps3.xml><?xml version="1.0" encoding="utf-8"?>
<ds:datastoreItem xmlns:ds="http://schemas.openxmlformats.org/officeDocument/2006/customXml" ds:itemID="{D1D1000A-46E5-40DF-AA06-77A773C2EC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52b68de-9366-4a6d-8b6e-45428c3cd271"/>
    <ds:schemaRef ds:uri="ec38023c-351b-4ee8-a88e-8f6363b546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C978CB5E-DCDF-4123-8B1F-4541C3EC9CD0}">
  <ds:schemaRefs>
    <ds:schemaRef ds:uri="http://schemas.microsoft.com/sharepoint/v3/contenttype/forms"/>
  </ds:schemaRefs>
</ds:datastoreItem>
</file>

<file path=docMetadata/LabelInfo.xml><?xml version="1.0" encoding="utf-8"?>
<clbl:labelList xmlns:clbl="http://schemas.microsoft.com/office/2020/mipLabelMetadata">
  <clbl:label id="{7f30fc12-c89a-4829-a476-5bf9e2086332}" enabled="1" method="Privileged" siteId="{d6b0bbee-7cd9-4d60-bce6-4a67b543e2ae}" removed="0"/>
</clbl:labelList>
</file>

<file path=docProps/app.xml><?xml version="1.0" encoding="utf-8"?>
<Properties xmlns="http://schemas.openxmlformats.org/officeDocument/2006/extended-properties" xmlns:vt="http://schemas.openxmlformats.org/officeDocument/2006/docPropsVTypes">
  <Template>EDMS ED Registration GlobalISIT_PPT_16_9_S</Template>
  <TotalTime>802</TotalTime>
  <Words>1952</Words>
  <Application>Microsoft Office PowerPoint</Application>
  <PresentationFormat>Widescreen</PresentationFormat>
  <Paragraphs>206</Paragraphs>
  <Slides>30</Slides>
  <Notes>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30</vt:i4>
      </vt:variant>
    </vt:vector>
  </HeadingPairs>
  <TitlesOfParts>
    <vt:vector size="41" baseType="lpstr">
      <vt:lpstr>Meiryo UI</vt:lpstr>
      <vt:lpstr>ＭＳ Ｐゴシック</vt:lpstr>
      <vt:lpstr>Arial</vt:lpstr>
      <vt:lpstr>Calibri</vt:lpstr>
      <vt:lpstr>Nissan Pro Bold</vt:lpstr>
      <vt:lpstr>Nissan Pro Regular</vt:lpstr>
      <vt:lpstr>Verdana</vt:lpstr>
      <vt:lpstr>Wingdings</vt:lpstr>
      <vt:lpstr>1. Cover Slide</vt:lpstr>
      <vt:lpstr>2. Expectation</vt:lpstr>
      <vt:lpstr>3. Blank Slide</vt:lpstr>
      <vt:lpstr>PowerPoint Presentation</vt:lpstr>
      <vt:lpstr>Table Of 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MANIVANNAN Subha</dc:creator>
  <cp:keywords>Alliance;N-C;Nissan Confidential C</cp:keywords>
  <cp:lastModifiedBy>SUBHA, MANIVANNAN</cp:lastModifiedBy>
  <cp:revision>9</cp:revision>
  <cp:lastPrinted>2020-05-13T04:25:47Z</cp:lastPrinted>
  <dcterms:created xsi:type="dcterms:W3CDTF">2024-07-08T03:46:14Z</dcterms:created>
  <dcterms:modified xsi:type="dcterms:W3CDTF">2025-09-23T12:35:50Z</dcterms:modified>
  <cp:category>N-C</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ExpireDate">
    <vt:lpwstr>2017-03-13T00:00:00Z</vt:lpwstr>
  </property>
  <property fmtid="{D5CDD505-2E9C-101B-9397-08002B2CF9AE}" pid="3" name="ItemRetentionFormula">
    <vt:lpwstr/>
  </property>
  <property fmtid="{D5CDD505-2E9C-101B-9397-08002B2CF9AE}" pid="4" name="_dlc_policyId">
    <vt:lpwstr>0x01010066E3D1BD537B466A9FB4715B858074E90086CBB1B2C534404481B05826C05EBC4F|473777199</vt:lpwstr>
  </property>
  <property fmtid="{D5CDD505-2E9C-101B-9397-08002B2CF9AE}" pid="5" name="ACP_Nissan_SecurityClassification">
    <vt:lpwstr>4;#CU/NC|e41da57d-3dff-4267-98d4-5ef0a8afe73e</vt:lpwstr>
  </property>
  <property fmtid="{D5CDD505-2E9C-101B-9397-08002B2CF9AE}" pid="6" name="ACP_Nissan_DocumentType">
    <vt:lpwstr/>
  </property>
  <property fmtid="{D5CDD505-2E9C-101B-9397-08002B2CF9AE}" pid="7" name="ACP_OwnerOrganization">
    <vt:lpwstr/>
  </property>
  <property fmtid="{D5CDD505-2E9C-101B-9397-08002B2CF9AE}" pid="8" name="ACP_Nissan_RelevantRegion">
    <vt:lpwstr/>
  </property>
  <property fmtid="{D5CDD505-2E9C-101B-9397-08002B2CF9AE}" pid="9" name="ContentTypeId">
    <vt:lpwstr>0x0101006FD94448B71AFC4A8B1EBDDDC854B0DE</vt:lpwstr>
  </property>
  <property fmtid="{D5CDD505-2E9C-101B-9397-08002B2CF9AE}" pid="10" name="_dlc_ItemStageId">
    <vt:lpwstr>1</vt:lpwstr>
  </property>
  <property fmtid="{D5CDD505-2E9C-101B-9397-08002B2CF9AE}" pid="11" name="_dlc_LastRun">
    <vt:lpwstr>03/19/2017 01:29:10</vt:lpwstr>
  </property>
  <property fmtid="{D5CDD505-2E9C-101B-9397-08002B2CF9AE}" pid="12" name="ClassificationContentMarkingFooterText">
    <vt:lpwstr>Internal I</vt:lpwstr>
  </property>
</Properties>
</file>